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5" r:id="rId6"/>
    <p:sldId id="260" r:id="rId7"/>
    <p:sldId id="264" r:id="rId8"/>
    <p:sldId id="266" r:id="rId9"/>
    <p:sldId id="267" r:id="rId10"/>
    <p:sldId id="261" r:id="rId11"/>
    <p:sldId id="262"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4DD28E-45C5-DA44-8DD4-F198CE5917B1}" v="726" dt="2026-05-04T18:05:15.058"/>
    <p1510:client id="{4FE90FF9-E77D-B9DA-E2B7-A3D4D86F7F69}" v="17" dt="2026-05-04T19:06:29.550"/>
    <p1510:client id="{5F2899D2-2EF8-4C3E-34D6-99551AE01EC8}" v="126" dt="2026-05-04T00:39:25.077"/>
    <p1510:client id="{6A2011BF-8868-D675-76CD-2FBDC304CA99}" v="17" dt="2026-05-04T00:25:48.042"/>
    <p1510:client id="{94BF4A98-4588-4092-A333-9F66743E48BE}" v="10" dt="2026-05-03T20:18:22.793"/>
    <p1510:client id="{C6586ED0-1FBA-95BF-9045-FA856FB5C760}" v="483" dt="2026-05-04T19:08:19.2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Ahmed" userId="0e4d1a66-38e1-4c1d-b959-d922af30cce0" providerId="ADAL" clId="{B92F0415-3109-465F-8DF5-15D4FC9CF613}"/>
    <pc:docChg chg="custSel addSld modSld">
      <pc:chgData name="Ahmed Ahmed" userId="0e4d1a66-38e1-4c1d-b959-d922af30cce0" providerId="ADAL" clId="{B92F0415-3109-465F-8DF5-15D4FC9CF613}" dt="2026-05-03T20:19:48.832" v="115" actId="1076"/>
      <pc:docMkLst>
        <pc:docMk/>
      </pc:docMkLst>
      <pc:sldChg chg="modSp mod">
        <pc:chgData name="Ahmed Ahmed" userId="0e4d1a66-38e1-4c1d-b959-d922af30cce0" providerId="ADAL" clId="{B92F0415-3109-465F-8DF5-15D4FC9CF613}" dt="2026-05-03T20:19:48.832" v="115" actId="1076"/>
        <pc:sldMkLst>
          <pc:docMk/>
          <pc:sldMk cId="3142813026" sldId="256"/>
        </pc:sldMkLst>
        <pc:spChg chg="mod">
          <ac:chgData name="Ahmed Ahmed" userId="0e4d1a66-38e1-4c1d-b959-d922af30cce0" providerId="ADAL" clId="{B92F0415-3109-465F-8DF5-15D4FC9CF613}" dt="2026-05-03T20:07:26.241" v="6" actId="1076"/>
          <ac:spMkLst>
            <pc:docMk/>
            <pc:sldMk cId="3142813026" sldId="256"/>
            <ac:spMk id="2" creationId="{9E9F22A9-B741-2C14-10FE-B19EF3AA349F}"/>
          </ac:spMkLst>
        </pc:spChg>
        <pc:spChg chg="mod">
          <ac:chgData name="Ahmed Ahmed" userId="0e4d1a66-38e1-4c1d-b959-d922af30cce0" providerId="ADAL" clId="{B92F0415-3109-465F-8DF5-15D4FC9CF613}" dt="2026-05-03T20:19:48.832" v="115" actId="1076"/>
          <ac:spMkLst>
            <pc:docMk/>
            <pc:sldMk cId="3142813026" sldId="256"/>
            <ac:spMk id="3" creationId="{4EF8B6D5-9BCF-1DD2-4279-B1E8EBF348A9}"/>
          </ac:spMkLst>
        </pc:spChg>
      </pc:sldChg>
      <pc:sldChg chg="modSp new">
        <pc:chgData name="Ahmed Ahmed" userId="0e4d1a66-38e1-4c1d-b959-d922af30cce0" providerId="ADAL" clId="{B92F0415-3109-465F-8DF5-15D4FC9CF613}" dt="2026-05-03T20:11:28.838" v="102"/>
        <pc:sldMkLst>
          <pc:docMk/>
          <pc:sldMk cId="429449463" sldId="257"/>
        </pc:sldMkLst>
        <pc:spChg chg="mod">
          <ac:chgData name="Ahmed Ahmed" userId="0e4d1a66-38e1-4c1d-b959-d922af30cce0" providerId="ADAL" clId="{B92F0415-3109-465F-8DF5-15D4FC9CF613}" dt="2026-05-03T20:11:13.122" v="101"/>
          <ac:spMkLst>
            <pc:docMk/>
            <pc:sldMk cId="429449463" sldId="257"/>
            <ac:spMk id="2" creationId="{DBD00360-D3B7-0DFC-6083-EAFF84E39C4C}"/>
          </ac:spMkLst>
        </pc:spChg>
        <pc:spChg chg="mod">
          <ac:chgData name="Ahmed Ahmed" userId="0e4d1a66-38e1-4c1d-b959-d922af30cce0" providerId="ADAL" clId="{B92F0415-3109-465F-8DF5-15D4FC9CF613}" dt="2026-05-03T20:11:28.838" v="102"/>
          <ac:spMkLst>
            <pc:docMk/>
            <pc:sldMk cId="429449463" sldId="257"/>
            <ac:spMk id="3" creationId="{0E08905F-4827-BB91-0518-8BE6EA451FCB}"/>
          </ac:spMkLst>
        </pc:spChg>
      </pc:sldChg>
      <pc:sldChg chg="modSp new mod">
        <pc:chgData name="Ahmed Ahmed" userId="0e4d1a66-38e1-4c1d-b959-d922af30cce0" providerId="ADAL" clId="{B92F0415-3109-465F-8DF5-15D4FC9CF613}" dt="2026-05-03T20:18:46.835" v="112" actId="1076"/>
        <pc:sldMkLst>
          <pc:docMk/>
          <pc:sldMk cId="1631073941" sldId="258"/>
        </pc:sldMkLst>
        <pc:spChg chg="mod">
          <ac:chgData name="Ahmed Ahmed" userId="0e4d1a66-38e1-4c1d-b959-d922af30cce0" providerId="ADAL" clId="{B92F0415-3109-465F-8DF5-15D4FC9CF613}" dt="2026-05-03T20:18:46.835" v="112" actId="1076"/>
          <ac:spMkLst>
            <pc:docMk/>
            <pc:sldMk cId="1631073941" sldId="258"/>
            <ac:spMk id="2" creationId="{7F3B913A-2974-EA18-B648-755D149644FE}"/>
          </ac:spMkLst>
        </pc:spChg>
      </pc:sldChg>
      <pc:sldChg chg="modSp new">
        <pc:chgData name="Ahmed Ahmed" userId="0e4d1a66-38e1-4c1d-b959-d922af30cce0" providerId="ADAL" clId="{B92F0415-3109-465F-8DF5-15D4FC9CF613}" dt="2026-05-03T20:13:17.128" v="104"/>
        <pc:sldMkLst>
          <pc:docMk/>
          <pc:sldMk cId="2973733868" sldId="259"/>
        </pc:sldMkLst>
        <pc:spChg chg="mod">
          <ac:chgData name="Ahmed Ahmed" userId="0e4d1a66-38e1-4c1d-b959-d922af30cce0" providerId="ADAL" clId="{B92F0415-3109-465F-8DF5-15D4FC9CF613}" dt="2026-05-03T20:13:17.128" v="104"/>
          <ac:spMkLst>
            <pc:docMk/>
            <pc:sldMk cId="2973733868" sldId="259"/>
            <ac:spMk id="2" creationId="{7140B6BF-72FC-F8F6-1D32-6BE709EB9265}"/>
          </ac:spMkLst>
        </pc:spChg>
      </pc:sldChg>
      <pc:sldChg chg="modSp new">
        <pc:chgData name="Ahmed Ahmed" userId="0e4d1a66-38e1-4c1d-b959-d922af30cce0" providerId="ADAL" clId="{B92F0415-3109-465F-8DF5-15D4FC9CF613}" dt="2026-05-03T20:13:32.093" v="105"/>
        <pc:sldMkLst>
          <pc:docMk/>
          <pc:sldMk cId="1030555080" sldId="260"/>
        </pc:sldMkLst>
        <pc:spChg chg="mod">
          <ac:chgData name="Ahmed Ahmed" userId="0e4d1a66-38e1-4c1d-b959-d922af30cce0" providerId="ADAL" clId="{B92F0415-3109-465F-8DF5-15D4FC9CF613}" dt="2026-05-03T20:13:32.093" v="105"/>
          <ac:spMkLst>
            <pc:docMk/>
            <pc:sldMk cId="1030555080" sldId="260"/>
            <ac:spMk id="2" creationId="{20F95A8E-35F8-FF63-0835-26C95C146624}"/>
          </ac:spMkLst>
        </pc:spChg>
      </pc:sldChg>
      <pc:sldChg chg="modSp new">
        <pc:chgData name="Ahmed Ahmed" userId="0e4d1a66-38e1-4c1d-b959-d922af30cce0" providerId="ADAL" clId="{B92F0415-3109-465F-8DF5-15D4FC9CF613}" dt="2026-05-03T20:13:50.503" v="106"/>
        <pc:sldMkLst>
          <pc:docMk/>
          <pc:sldMk cId="3519627093" sldId="261"/>
        </pc:sldMkLst>
        <pc:spChg chg="mod">
          <ac:chgData name="Ahmed Ahmed" userId="0e4d1a66-38e1-4c1d-b959-d922af30cce0" providerId="ADAL" clId="{B92F0415-3109-465F-8DF5-15D4FC9CF613}" dt="2026-05-03T20:13:50.503" v="106"/>
          <ac:spMkLst>
            <pc:docMk/>
            <pc:sldMk cId="3519627093" sldId="261"/>
            <ac:spMk id="2" creationId="{7B31B9F2-659E-CADD-6482-2AF7574B238E}"/>
          </ac:spMkLst>
        </pc:spChg>
      </pc:sldChg>
      <pc:sldChg chg="modSp new">
        <pc:chgData name="Ahmed Ahmed" userId="0e4d1a66-38e1-4c1d-b959-d922af30cce0" providerId="ADAL" clId="{B92F0415-3109-465F-8DF5-15D4FC9CF613}" dt="2026-05-03T20:18:11.304" v="109"/>
        <pc:sldMkLst>
          <pc:docMk/>
          <pc:sldMk cId="3854503685" sldId="262"/>
        </pc:sldMkLst>
        <pc:spChg chg="mod">
          <ac:chgData name="Ahmed Ahmed" userId="0e4d1a66-38e1-4c1d-b959-d922af30cce0" providerId="ADAL" clId="{B92F0415-3109-465F-8DF5-15D4FC9CF613}" dt="2026-05-03T20:18:11.304" v="109"/>
          <ac:spMkLst>
            <pc:docMk/>
            <pc:sldMk cId="3854503685" sldId="262"/>
            <ac:spMk id="2" creationId="{13EB226A-3E2E-BFAA-EBFC-EF8053CC4003}"/>
          </ac:spMkLst>
        </pc:spChg>
      </pc:sldChg>
      <pc:sldChg chg="modSp new">
        <pc:chgData name="Ahmed Ahmed" userId="0e4d1a66-38e1-4c1d-b959-d922af30cce0" providerId="ADAL" clId="{B92F0415-3109-465F-8DF5-15D4FC9CF613}" dt="2026-05-03T20:18:22.793" v="110"/>
        <pc:sldMkLst>
          <pc:docMk/>
          <pc:sldMk cId="3901413278" sldId="263"/>
        </pc:sldMkLst>
        <pc:spChg chg="mod">
          <ac:chgData name="Ahmed Ahmed" userId="0e4d1a66-38e1-4c1d-b959-d922af30cce0" providerId="ADAL" clId="{B92F0415-3109-465F-8DF5-15D4FC9CF613}" dt="2026-05-03T20:18:22.793" v="110"/>
          <ac:spMkLst>
            <pc:docMk/>
            <pc:sldMk cId="3901413278" sldId="263"/>
            <ac:spMk id="2" creationId="{4174E07F-5A21-7FD1-A09F-30D489D992A8}"/>
          </ac:spMkLst>
        </pc:spChg>
      </pc:sldChg>
    </pc:docChg>
  </pc:docChgLst>
  <pc:docChgLst>
    <pc:chgData name="Dariyan Mallory" userId="S::z1974621@students.niu.edu::360c705b-ede8-4902-8a70-dd5183bb7b09" providerId="AD" clId="Web-{5F2899D2-2EF8-4C3E-34D6-99551AE01EC8}"/>
    <pc:docChg chg="addSld modSld">
      <pc:chgData name="Dariyan Mallory" userId="S::z1974621@students.niu.edu::360c705b-ede8-4902-8a70-dd5183bb7b09" providerId="AD" clId="Web-{5F2899D2-2EF8-4C3E-34D6-99551AE01EC8}" dt="2026-05-04T00:39:25.077" v="183" actId="14100"/>
      <pc:docMkLst>
        <pc:docMk/>
      </pc:docMkLst>
      <pc:sldChg chg="addSp delSp modSp mod setBg setClrOvrMap">
        <pc:chgData name="Dariyan Mallory" userId="S::z1974621@students.niu.edu::360c705b-ede8-4902-8a70-dd5183bb7b09" providerId="AD" clId="Web-{5F2899D2-2EF8-4C3E-34D6-99551AE01EC8}" dt="2026-05-04T00:35:14.921" v="170" actId="14100"/>
        <pc:sldMkLst>
          <pc:docMk/>
          <pc:sldMk cId="1030555080" sldId="260"/>
        </pc:sldMkLst>
        <pc:spChg chg="mod ord">
          <ac:chgData name="Dariyan Mallory" userId="S::z1974621@students.niu.edu::360c705b-ede8-4902-8a70-dd5183bb7b09" providerId="AD" clId="Web-{5F2899D2-2EF8-4C3E-34D6-99551AE01EC8}" dt="2026-05-04T00:34:06.967" v="163"/>
          <ac:spMkLst>
            <pc:docMk/>
            <pc:sldMk cId="1030555080" sldId="260"/>
            <ac:spMk id="2" creationId="{20F95A8E-35F8-FF63-0835-26C95C146624}"/>
          </ac:spMkLst>
        </pc:spChg>
        <pc:spChg chg="del">
          <ac:chgData name="Dariyan Mallory" userId="S::z1974621@students.niu.edu::360c705b-ede8-4902-8a70-dd5183bb7b09" providerId="AD" clId="Web-{5F2899D2-2EF8-4C3E-34D6-99551AE01EC8}" dt="2026-05-03T23:59:29.684" v="0"/>
          <ac:spMkLst>
            <pc:docMk/>
            <pc:sldMk cId="1030555080" sldId="260"/>
            <ac:spMk id="3" creationId="{67F2F65F-CE83-2262-40A5-B55981C1273E}"/>
          </ac:spMkLst>
        </pc:spChg>
        <pc:spChg chg="add del">
          <ac:chgData name="Dariyan Mallory" userId="S::z1974621@students.niu.edu::360c705b-ede8-4902-8a70-dd5183bb7b09" providerId="AD" clId="Web-{5F2899D2-2EF8-4C3E-34D6-99551AE01EC8}" dt="2026-05-03T23:59:59.840" v="4"/>
          <ac:spMkLst>
            <pc:docMk/>
            <pc:sldMk cId="1030555080" sldId="260"/>
            <ac:spMk id="9" creationId="{B6742783-E925-BA42-F5C2-624F22C3E282}"/>
          </ac:spMkLst>
        </pc:spChg>
        <pc:spChg chg="add del">
          <ac:chgData name="Dariyan Mallory" userId="S::z1974621@students.niu.edu::360c705b-ede8-4902-8a70-dd5183bb7b09" providerId="AD" clId="Web-{5F2899D2-2EF8-4C3E-34D6-99551AE01EC8}" dt="2026-05-03T23:59:59.840" v="4"/>
          <ac:spMkLst>
            <pc:docMk/>
            <pc:sldMk cId="1030555080" sldId="260"/>
            <ac:spMk id="12" creationId="{C4FC9395-363F-4303-9B88-F5B9F15A2627}"/>
          </ac:spMkLst>
        </pc:spChg>
        <pc:spChg chg="add del">
          <ac:chgData name="Dariyan Mallory" userId="S::z1974621@students.niu.edu::360c705b-ede8-4902-8a70-dd5183bb7b09" providerId="AD" clId="Web-{5F2899D2-2EF8-4C3E-34D6-99551AE01EC8}" dt="2026-05-04T00:04:18.965" v="9"/>
          <ac:spMkLst>
            <pc:docMk/>
            <pc:sldMk cId="1030555080" sldId="260"/>
            <ac:spMk id="14" creationId="{E8895FAA-0D03-43F6-9594-A8733552E281}"/>
          </ac:spMkLst>
        </pc:spChg>
        <pc:spChg chg="add del">
          <ac:chgData name="Dariyan Mallory" userId="S::z1974621@students.niu.edu::360c705b-ede8-4902-8a70-dd5183bb7b09" providerId="AD" clId="Web-{5F2899D2-2EF8-4C3E-34D6-99551AE01EC8}" dt="2026-05-04T00:04:18.965" v="9"/>
          <ac:spMkLst>
            <pc:docMk/>
            <pc:sldMk cId="1030555080" sldId="260"/>
            <ac:spMk id="15" creationId="{DBAF956B-591A-4461-BB3C-79AA176B099A}"/>
          </ac:spMkLst>
        </pc:spChg>
        <pc:spChg chg="add del">
          <ac:chgData name="Dariyan Mallory" userId="S::z1974621@students.niu.edu::360c705b-ede8-4902-8a70-dd5183bb7b09" providerId="AD" clId="Web-{5F2899D2-2EF8-4C3E-34D6-99551AE01EC8}" dt="2026-05-04T00:04:18.965" v="9"/>
          <ac:spMkLst>
            <pc:docMk/>
            <pc:sldMk cId="1030555080" sldId="260"/>
            <ac:spMk id="16" creationId="{918FB696-BC5E-43A4-9768-4BB5278BDC9A}"/>
          </ac:spMkLst>
        </pc:spChg>
        <pc:spChg chg="add del mod ord">
          <ac:chgData name="Dariyan Mallory" userId="S::z1974621@students.niu.edu::360c705b-ede8-4902-8a70-dd5183bb7b09" providerId="AD" clId="Web-{5F2899D2-2EF8-4C3E-34D6-99551AE01EC8}" dt="2026-05-04T00:31:40.592" v="142"/>
          <ac:spMkLst>
            <pc:docMk/>
            <pc:sldMk cId="1030555080" sldId="260"/>
            <ac:spMk id="17" creationId="{73076519-A9E7-91DC-9854-91ECF48FE8ED}"/>
          </ac:spMkLst>
        </pc:spChg>
        <pc:spChg chg="add del">
          <ac:chgData name="Dariyan Mallory" userId="S::z1974621@students.niu.edu::360c705b-ede8-4902-8a70-dd5183bb7b09" providerId="AD" clId="Web-{5F2899D2-2EF8-4C3E-34D6-99551AE01EC8}" dt="2026-05-04T00:31:46.983" v="144"/>
          <ac:spMkLst>
            <pc:docMk/>
            <pc:sldMk cId="1030555080" sldId="260"/>
            <ac:spMk id="21" creationId="{DE4D62F9-188E-4530-84C2-24BDEE4BEB82}"/>
          </ac:spMkLst>
        </pc:spChg>
        <pc:spChg chg="add del">
          <ac:chgData name="Dariyan Mallory" userId="S::z1974621@students.niu.edu::360c705b-ede8-4902-8a70-dd5183bb7b09" providerId="AD" clId="Web-{5F2899D2-2EF8-4C3E-34D6-99551AE01EC8}" dt="2026-05-04T00:04:18.950" v="8"/>
          <ac:spMkLst>
            <pc:docMk/>
            <pc:sldMk cId="1030555080" sldId="260"/>
            <ac:spMk id="22" creationId="{EE4E366E-272A-409E-840F-9A6A64A9E3FF}"/>
          </ac:spMkLst>
        </pc:spChg>
        <pc:spChg chg="add del">
          <ac:chgData name="Dariyan Mallory" userId="S::z1974621@students.niu.edu::360c705b-ede8-4902-8a70-dd5183bb7b09" providerId="AD" clId="Web-{5F2899D2-2EF8-4C3E-34D6-99551AE01EC8}" dt="2026-05-04T00:04:18.950" v="8"/>
          <ac:spMkLst>
            <pc:docMk/>
            <pc:sldMk cId="1030555080" sldId="260"/>
            <ac:spMk id="24" creationId="{A721560C-E4AB-4287-A29C-3F6916794CB9}"/>
          </ac:spMkLst>
        </pc:spChg>
        <pc:spChg chg="add del">
          <ac:chgData name="Dariyan Mallory" userId="S::z1974621@students.niu.edu::360c705b-ede8-4902-8a70-dd5183bb7b09" providerId="AD" clId="Web-{5F2899D2-2EF8-4C3E-34D6-99551AE01EC8}" dt="2026-05-04T00:04:18.950" v="8"/>
          <ac:spMkLst>
            <pc:docMk/>
            <pc:sldMk cId="1030555080" sldId="260"/>
            <ac:spMk id="26" creationId="{DF6CFF07-D953-4F9C-9A0E-E0A6AACB6158}"/>
          </ac:spMkLst>
        </pc:spChg>
        <pc:spChg chg="add del">
          <ac:chgData name="Dariyan Mallory" userId="S::z1974621@students.niu.edu::360c705b-ede8-4902-8a70-dd5183bb7b09" providerId="AD" clId="Web-{5F2899D2-2EF8-4C3E-34D6-99551AE01EC8}" dt="2026-05-04T00:31:46.983" v="144"/>
          <ac:spMkLst>
            <pc:docMk/>
            <pc:sldMk cId="1030555080" sldId="260"/>
            <ac:spMk id="27" creationId="{4AC0CD9D-7610-4620-93B4-798CCD9AB581}"/>
          </ac:spMkLst>
        </pc:spChg>
        <pc:spChg chg="add del">
          <ac:chgData name="Dariyan Mallory" userId="S::z1974621@students.niu.edu::360c705b-ede8-4902-8a70-dd5183bb7b09" providerId="AD" clId="Web-{5F2899D2-2EF8-4C3E-34D6-99551AE01EC8}" dt="2026-05-04T00:04:18.950" v="8"/>
          <ac:spMkLst>
            <pc:docMk/>
            <pc:sldMk cId="1030555080" sldId="260"/>
            <ac:spMk id="28" creationId="{DAA4FEEE-0B5F-41BF-825D-60F9FB089568}"/>
          </ac:spMkLst>
        </pc:spChg>
        <pc:spChg chg="add del">
          <ac:chgData name="Dariyan Mallory" userId="S::z1974621@students.niu.edu::360c705b-ede8-4902-8a70-dd5183bb7b09" providerId="AD" clId="Web-{5F2899D2-2EF8-4C3E-34D6-99551AE01EC8}" dt="2026-05-04T00:06:18.544" v="49"/>
          <ac:spMkLst>
            <pc:docMk/>
            <pc:sldMk cId="1030555080" sldId="260"/>
            <ac:spMk id="30" creationId="{5F3FC718-FDE3-4EF7-921E-A5F374EAF824}"/>
          </ac:spMkLst>
        </pc:spChg>
        <pc:spChg chg="add del">
          <ac:chgData name="Dariyan Mallory" userId="S::z1974621@students.niu.edu::360c705b-ede8-4902-8a70-dd5183bb7b09" providerId="AD" clId="Web-{5F2899D2-2EF8-4C3E-34D6-99551AE01EC8}" dt="2026-05-04T00:06:18.544" v="49"/>
          <ac:spMkLst>
            <pc:docMk/>
            <pc:sldMk cId="1030555080" sldId="260"/>
            <ac:spMk id="31" creationId="{FAA0F719-3DC8-4F08-AD8F-5A845658CB9D}"/>
          </ac:spMkLst>
        </pc:spChg>
        <pc:spChg chg="add del">
          <ac:chgData name="Dariyan Mallory" userId="S::z1974621@students.niu.edu::360c705b-ede8-4902-8a70-dd5183bb7b09" providerId="AD" clId="Web-{5F2899D2-2EF8-4C3E-34D6-99551AE01EC8}" dt="2026-05-04T00:06:18.544" v="49"/>
          <ac:spMkLst>
            <pc:docMk/>
            <pc:sldMk cId="1030555080" sldId="260"/>
            <ac:spMk id="32" creationId="{7DCB61BE-FA0F-4EFB-BE0E-268BAD8E30D6}"/>
          </ac:spMkLst>
        </pc:spChg>
        <pc:spChg chg="add del">
          <ac:chgData name="Dariyan Mallory" userId="S::z1974621@students.niu.edu::360c705b-ede8-4902-8a70-dd5183bb7b09" providerId="AD" clId="Web-{5F2899D2-2EF8-4C3E-34D6-99551AE01EC8}" dt="2026-05-04T00:06:18.544" v="49"/>
          <ac:spMkLst>
            <pc:docMk/>
            <pc:sldMk cId="1030555080" sldId="260"/>
            <ac:spMk id="33" creationId="{A4B31EAA-7423-46F7-9B90-4AB2B09C35C4}"/>
          </ac:spMkLst>
        </pc:spChg>
        <pc:spChg chg="add del">
          <ac:chgData name="Dariyan Mallory" userId="S::z1974621@students.niu.edu::360c705b-ede8-4902-8a70-dd5183bb7b09" providerId="AD" clId="Web-{5F2899D2-2EF8-4C3E-34D6-99551AE01EC8}" dt="2026-05-04T00:31:46.983" v="144"/>
          <ac:spMkLst>
            <pc:docMk/>
            <pc:sldMk cId="1030555080" sldId="260"/>
            <ac:spMk id="35" creationId="{757B325C-3E35-45CF-9D07-3BCB281F3B9C}"/>
          </ac:spMkLst>
        </pc:spChg>
        <pc:spChg chg="add del">
          <ac:chgData name="Dariyan Mallory" userId="S::z1974621@students.niu.edu::360c705b-ede8-4902-8a70-dd5183bb7b09" providerId="AD" clId="Web-{5F2899D2-2EF8-4C3E-34D6-99551AE01EC8}" dt="2026-05-04T00:31:46.983" v="144"/>
          <ac:spMkLst>
            <pc:docMk/>
            <pc:sldMk cId="1030555080" sldId="260"/>
            <ac:spMk id="37" creationId="{C24BEC42-AFF3-40D1-93A2-A27A42E1E23C}"/>
          </ac:spMkLst>
        </pc:spChg>
        <pc:spChg chg="add del">
          <ac:chgData name="Dariyan Mallory" userId="S::z1974621@students.niu.edu::360c705b-ede8-4902-8a70-dd5183bb7b09" providerId="AD" clId="Web-{5F2899D2-2EF8-4C3E-34D6-99551AE01EC8}" dt="2026-05-04T00:06:12.060" v="46"/>
          <ac:spMkLst>
            <pc:docMk/>
            <pc:sldMk cId="1030555080" sldId="260"/>
            <ac:spMk id="38" creationId="{B4AAD3FD-83A5-4B89-9F8F-01B8870865BE}"/>
          </ac:spMkLst>
        </pc:spChg>
        <pc:spChg chg="add del">
          <ac:chgData name="Dariyan Mallory" userId="S::z1974621@students.niu.edu::360c705b-ede8-4902-8a70-dd5183bb7b09" providerId="AD" clId="Web-{5F2899D2-2EF8-4C3E-34D6-99551AE01EC8}" dt="2026-05-04T00:31:46.983" v="144"/>
          <ac:spMkLst>
            <pc:docMk/>
            <pc:sldMk cId="1030555080" sldId="260"/>
            <ac:spMk id="39" creationId="{608F427C-1EC9-4280-9367-F2B3AA063E82}"/>
          </ac:spMkLst>
        </pc:spChg>
        <pc:spChg chg="add del">
          <ac:chgData name="Dariyan Mallory" userId="S::z1974621@students.niu.edu::360c705b-ede8-4902-8a70-dd5183bb7b09" providerId="AD" clId="Web-{5F2899D2-2EF8-4C3E-34D6-99551AE01EC8}" dt="2026-05-04T00:06:12.060" v="46"/>
          <ac:spMkLst>
            <pc:docMk/>
            <pc:sldMk cId="1030555080" sldId="260"/>
            <ac:spMk id="40" creationId="{61752F1D-FC0F-4103-9584-630E643CCDA6}"/>
          </ac:spMkLst>
        </pc:spChg>
        <pc:spChg chg="add del">
          <ac:chgData name="Dariyan Mallory" userId="S::z1974621@students.niu.edu::360c705b-ede8-4902-8a70-dd5183bb7b09" providerId="AD" clId="Web-{5F2899D2-2EF8-4C3E-34D6-99551AE01EC8}" dt="2026-05-04T00:31:46.983" v="144"/>
          <ac:spMkLst>
            <pc:docMk/>
            <pc:sldMk cId="1030555080" sldId="260"/>
            <ac:spMk id="41" creationId="{F98810A7-E114-447A-A7D6-69B27CFB5650}"/>
          </ac:spMkLst>
        </pc:spChg>
        <pc:spChg chg="add del">
          <ac:chgData name="Dariyan Mallory" userId="S::z1974621@students.niu.edu::360c705b-ede8-4902-8a70-dd5183bb7b09" providerId="AD" clId="Web-{5F2899D2-2EF8-4C3E-34D6-99551AE01EC8}" dt="2026-05-04T00:06:12.060" v="46"/>
          <ac:spMkLst>
            <pc:docMk/>
            <pc:sldMk cId="1030555080" sldId="260"/>
            <ac:spMk id="42" creationId="{70151CB7-E7DE-4917-B831-01DF9CE01306}"/>
          </ac:spMkLst>
        </pc:spChg>
        <pc:spChg chg="add del">
          <ac:chgData name="Dariyan Mallory" userId="S::z1974621@students.niu.edu::360c705b-ede8-4902-8a70-dd5183bb7b09" providerId="AD" clId="Web-{5F2899D2-2EF8-4C3E-34D6-99551AE01EC8}" dt="2026-05-04T00:06:12.060" v="46"/>
          <ac:spMkLst>
            <pc:docMk/>
            <pc:sldMk cId="1030555080" sldId="260"/>
            <ac:spMk id="44" creationId="{A92A1116-1C84-41DF-B803-1F7B0883EC82}"/>
          </ac:spMkLst>
        </pc:spChg>
        <pc:spChg chg="add del">
          <ac:chgData name="Dariyan Mallory" userId="S::z1974621@students.niu.edu::360c705b-ede8-4902-8a70-dd5183bb7b09" providerId="AD" clId="Web-{5F2899D2-2EF8-4C3E-34D6-99551AE01EC8}" dt="2026-05-04T00:06:18.497" v="48"/>
          <ac:spMkLst>
            <pc:docMk/>
            <pc:sldMk cId="1030555080" sldId="260"/>
            <ac:spMk id="48" creationId="{D28BE0C3-2102-4820-B88B-A448B1840D14}"/>
          </ac:spMkLst>
        </pc:spChg>
        <pc:spChg chg="add del">
          <ac:chgData name="Dariyan Mallory" userId="S::z1974621@students.niu.edu::360c705b-ede8-4902-8a70-dd5183bb7b09" providerId="AD" clId="Web-{5F2899D2-2EF8-4C3E-34D6-99551AE01EC8}" dt="2026-05-04T00:06:18.497" v="48"/>
          <ac:spMkLst>
            <pc:docMk/>
            <pc:sldMk cId="1030555080" sldId="260"/>
            <ac:spMk id="50" creationId="{E4F17063-EDA4-417B-946F-BA357F3B390D}"/>
          </ac:spMkLst>
        </pc:spChg>
        <pc:spChg chg="add del">
          <ac:chgData name="Dariyan Mallory" userId="S::z1974621@students.niu.edu::360c705b-ede8-4902-8a70-dd5183bb7b09" providerId="AD" clId="Web-{5F2899D2-2EF8-4C3E-34D6-99551AE01EC8}" dt="2026-05-04T00:06:18.497" v="48"/>
          <ac:spMkLst>
            <pc:docMk/>
            <pc:sldMk cId="1030555080" sldId="260"/>
            <ac:spMk id="51" creationId="{989BE678-777B-482A-A616-FEDC47B162E5}"/>
          </ac:spMkLst>
        </pc:spChg>
        <pc:spChg chg="add del">
          <ac:chgData name="Dariyan Mallory" userId="S::z1974621@students.niu.edu::360c705b-ede8-4902-8a70-dd5183bb7b09" providerId="AD" clId="Web-{5F2899D2-2EF8-4C3E-34D6-99551AE01EC8}" dt="2026-05-04T00:06:18.497" v="48"/>
          <ac:spMkLst>
            <pc:docMk/>
            <pc:sldMk cId="1030555080" sldId="260"/>
            <ac:spMk id="52" creationId="{D36F3EEA-55D4-4677-80E7-92D00B8F343B}"/>
          </ac:spMkLst>
        </pc:spChg>
        <pc:spChg chg="add del">
          <ac:chgData name="Dariyan Mallory" userId="S::z1974621@students.niu.edu::360c705b-ede8-4902-8a70-dd5183bb7b09" providerId="AD" clId="Web-{5F2899D2-2EF8-4C3E-34D6-99551AE01EC8}" dt="2026-05-04T00:31:54.952" v="146"/>
          <ac:spMkLst>
            <pc:docMk/>
            <pc:sldMk cId="1030555080" sldId="260"/>
            <ac:spMk id="54" creationId="{989BE678-777B-482A-A616-FEDC47B162E5}"/>
          </ac:spMkLst>
        </pc:spChg>
        <pc:spChg chg="add del">
          <ac:chgData name="Dariyan Mallory" userId="S::z1974621@students.niu.edu::360c705b-ede8-4902-8a70-dd5183bb7b09" providerId="AD" clId="Web-{5F2899D2-2EF8-4C3E-34D6-99551AE01EC8}" dt="2026-05-04T00:07:41.919" v="59"/>
          <ac:spMkLst>
            <pc:docMk/>
            <pc:sldMk cId="1030555080" sldId="260"/>
            <ac:spMk id="57" creationId="{989BE678-777B-482A-A616-FEDC47B162E5}"/>
          </ac:spMkLst>
        </pc:spChg>
        <pc:spChg chg="add del">
          <ac:chgData name="Dariyan Mallory" userId="S::z1974621@students.niu.edu::360c705b-ede8-4902-8a70-dd5183bb7b09" providerId="AD" clId="Web-{5F2899D2-2EF8-4C3E-34D6-99551AE01EC8}" dt="2026-05-04T00:07:41.919" v="59"/>
          <ac:spMkLst>
            <pc:docMk/>
            <pc:sldMk cId="1030555080" sldId="260"/>
            <ac:spMk id="60" creationId="{D28BE0C3-2102-4820-B88B-A448B1840D14}"/>
          </ac:spMkLst>
        </pc:spChg>
        <pc:spChg chg="add del">
          <ac:chgData name="Dariyan Mallory" userId="S::z1974621@students.niu.edu::360c705b-ede8-4902-8a70-dd5183bb7b09" providerId="AD" clId="Web-{5F2899D2-2EF8-4C3E-34D6-99551AE01EC8}" dt="2026-05-04T00:07:41.919" v="59"/>
          <ac:spMkLst>
            <pc:docMk/>
            <pc:sldMk cId="1030555080" sldId="260"/>
            <ac:spMk id="61" creationId="{BFEFF673-A9DE-416D-A04E-1D50904542A9}"/>
          </ac:spMkLst>
        </pc:spChg>
        <pc:spChg chg="add del">
          <ac:chgData name="Dariyan Mallory" userId="S::z1974621@students.niu.edu::360c705b-ede8-4902-8a70-dd5183bb7b09" providerId="AD" clId="Web-{5F2899D2-2EF8-4C3E-34D6-99551AE01EC8}" dt="2026-05-04T00:31:54.952" v="146"/>
          <ac:spMkLst>
            <pc:docMk/>
            <pc:sldMk cId="1030555080" sldId="260"/>
            <ac:spMk id="64" creationId="{D28BE0C3-2102-4820-B88B-A448B1840D14}"/>
          </ac:spMkLst>
        </pc:spChg>
        <pc:spChg chg="add del">
          <ac:chgData name="Dariyan Mallory" userId="S::z1974621@students.niu.edu::360c705b-ede8-4902-8a70-dd5183bb7b09" providerId="AD" clId="Web-{5F2899D2-2EF8-4C3E-34D6-99551AE01EC8}" dt="2026-05-04T00:31:54.952" v="146"/>
          <ac:spMkLst>
            <pc:docMk/>
            <pc:sldMk cId="1030555080" sldId="260"/>
            <ac:spMk id="65" creationId="{E4F17063-EDA4-417B-946F-BA357F3B390D}"/>
          </ac:spMkLst>
        </pc:spChg>
        <pc:spChg chg="add del">
          <ac:chgData name="Dariyan Mallory" userId="S::z1974621@students.niu.edu::360c705b-ede8-4902-8a70-dd5183bb7b09" providerId="AD" clId="Web-{5F2899D2-2EF8-4C3E-34D6-99551AE01EC8}" dt="2026-05-04T00:31:54.952" v="146"/>
          <ac:spMkLst>
            <pc:docMk/>
            <pc:sldMk cId="1030555080" sldId="260"/>
            <ac:spMk id="67" creationId="{D36F3EEA-55D4-4677-80E7-92D00B8F343B}"/>
          </ac:spMkLst>
        </pc:spChg>
        <pc:spChg chg="add del">
          <ac:chgData name="Dariyan Mallory" userId="S::z1974621@students.niu.edu::360c705b-ede8-4902-8a70-dd5183bb7b09" providerId="AD" clId="Web-{5F2899D2-2EF8-4C3E-34D6-99551AE01EC8}" dt="2026-05-04T00:07:28.029" v="52"/>
          <ac:spMkLst>
            <pc:docMk/>
            <pc:sldMk cId="1030555080" sldId="260"/>
            <ac:spMk id="70" creationId="{DAD27A50-88D7-4E2A-8488-F2879768AF35}"/>
          </ac:spMkLst>
        </pc:spChg>
        <pc:spChg chg="add del">
          <ac:chgData name="Dariyan Mallory" userId="S::z1974621@students.niu.edu::360c705b-ede8-4902-8a70-dd5183bb7b09" providerId="AD" clId="Web-{5F2899D2-2EF8-4C3E-34D6-99551AE01EC8}" dt="2026-05-04T00:31:57.748" v="148"/>
          <ac:spMkLst>
            <pc:docMk/>
            <pc:sldMk cId="1030555080" sldId="260"/>
            <ac:spMk id="73" creationId="{4AC0CD9D-7610-4620-93B4-798CCD9AB581}"/>
          </ac:spMkLst>
        </pc:spChg>
        <pc:spChg chg="add del">
          <ac:chgData name="Dariyan Mallory" userId="S::z1974621@students.niu.edu::360c705b-ede8-4902-8a70-dd5183bb7b09" providerId="AD" clId="Web-{5F2899D2-2EF8-4C3E-34D6-99551AE01EC8}" dt="2026-05-04T00:07:28.029" v="52"/>
          <ac:spMkLst>
            <pc:docMk/>
            <pc:sldMk cId="1030555080" sldId="260"/>
            <ac:spMk id="76" creationId="{7C704F0F-1CD8-4DC1-AEE9-225958232415}"/>
          </ac:spMkLst>
        </pc:spChg>
        <pc:spChg chg="add del">
          <ac:chgData name="Dariyan Mallory" userId="S::z1974621@students.niu.edu::360c705b-ede8-4902-8a70-dd5183bb7b09" providerId="AD" clId="Web-{5F2899D2-2EF8-4C3E-34D6-99551AE01EC8}" dt="2026-05-04T00:07:28.029" v="52"/>
          <ac:spMkLst>
            <pc:docMk/>
            <pc:sldMk cId="1030555080" sldId="260"/>
            <ac:spMk id="78" creationId="{E4F17063-EDA4-417B-946F-BA357F3B390D}"/>
          </ac:spMkLst>
        </pc:spChg>
        <pc:spChg chg="add del">
          <ac:chgData name="Dariyan Mallory" userId="S::z1974621@students.niu.edu::360c705b-ede8-4902-8a70-dd5183bb7b09" providerId="AD" clId="Web-{5F2899D2-2EF8-4C3E-34D6-99551AE01EC8}" dt="2026-05-04T00:31:57.748" v="148"/>
          <ac:spMkLst>
            <pc:docMk/>
            <pc:sldMk cId="1030555080" sldId="260"/>
            <ac:spMk id="79" creationId="{DE4D62F9-188E-4530-84C2-24BDEE4BEB82}"/>
          </ac:spMkLst>
        </pc:spChg>
        <pc:spChg chg="add del">
          <ac:chgData name="Dariyan Mallory" userId="S::z1974621@students.niu.edu::360c705b-ede8-4902-8a70-dd5183bb7b09" providerId="AD" clId="Web-{5F2899D2-2EF8-4C3E-34D6-99551AE01EC8}" dt="2026-05-04T00:07:28.029" v="52"/>
          <ac:spMkLst>
            <pc:docMk/>
            <pc:sldMk cId="1030555080" sldId="260"/>
            <ac:spMk id="80" creationId="{D36F3EEA-55D4-4677-80E7-92D00B8F343B}"/>
          </ac:spMkLst>
        </pc:spChg>
        <pc:spChg chg="add del">
          <ac:chgData name="Dariyan Mallory" userId="S::z1974621@students.niu.edu::360c705b-ede8-4902-8a70-dd5183bb7b09" providerId="AD" clId="Web-{5F2899D2-2EF8-4C3E-34D6-99551AE01EC8}" dt="2026-05-04T00:31:57.748" v="148"/>
          <ac:spMkLst>
            <pc:docMk/>
            <pc:sldMk cId="1030555080" sldId="260"/>
            <ac:spMk id="81" creationId="{757B325C-3E35-45CF-9D07-3BCB281F3B9C}"/>
          </ac:spMkLst>
        </pc:spChg>
        <pc:spChg chg="add del">
          <ac:chgData name="Dariyan Mallory" userId="S::z1974621@students.niu.edu::360c705b-ede8-4902-8a70-dd5183bb7b09" providerId="AD" clId="Web-{5F2899D2-2EF8-4C3E-34D6-99551AE01EC8}" dt="2026-05-04T00:07:31.638" v="54"/>
          <ac:spMkLst>
            <pc:docMk/>
            <pc:sldMk cId="1030555080" sldId="260"/>
            <ac:spMk id="82" creationId="{DBAF956B-591A-4461-BB3C-79AA176B099A}"/>
          </ac:spMkLst>
        </pc:spChg>
        <pc:spChg chg="add del">
          <ac:chgData name="Dariyan Mallory" userId="S::z1974621@students.niu.edu::360c705b-ede8-4902-8a70-dd5183bb7b09" providerId="AD" clId="Web-{5F2899D2-2EF8-4C3E-34D6-99551AE01EC8}" dt="2026-05-04T00:07:31.638" v="54"/>
          <ac:spMkLst>
            <pc:docMk/>
            <pc:sldMk cId="1030555080" sldId="260"/>
            <ac:spMk id="83" creationId="{E8895FAA-0D03-43F6-9594-A8733552E281}"/>
          </ac:spMkLst>
        </pc:spChg>
        <pc:spChg chg="add del">
          <ac:chgData name="Dariyan Mallory" userId="S::z1974621@students.niu.edu::360c705b-ede8-4902-8a70-dd5183bb7b09" providerId="AD" clId="Web-{5F2899D2-2EF8-4C3E-34D6-99551AE01EC8}" dt="2026-05-04T00:07:31.638" v="54"/>
          <ac:spMkLst>
            <pc:docMk/>
            <pc:sldMk cId="1030555080" sldId="260"/>
            <ac:spMk id="84" creationId="{918FB696-BC5E-43A4-9768-4BB5278BDC9A}"/>
          </ac:spMkLst>
        </pc:spChg>
        <pc:spChg chg="add del">
          <ac:chgData name="Dariyan Mallory" userId="S::z1974621@students.niu.edu::360c705b-ede8-4902-8a70-dd5183bb7b09" providerId="AD" clId="Web-{5F2899D2-2EF8-4C3E-34D6-99551AE01EC8}" dt="2026-05-04T00:31:57.748" v="148"/>
          <ac:spMkLst>
            <pc:docMk/>
            <pc:sldMk cId="1030555080" sldId="260"/>
            <ac:spMk id="85" creationId="{C24BEC42-AFF3-40D1-93A2-A27A42E1E23C}"/>
          </ac:spMkLst>
        </pc:spChg>
        <pc:spChg chg="add del">
          <ac:chgData name="Dariyan Mallory" userId="S::z1974621@students.niu.edu::360c705b-ede8-4902-8a70-dd5183bb7b09" providerId="AD" clId="Web-{5F2899D2-2EF8-4C3E-34D6-99551AE01EC8}" dt="2026-05-04T00:07:38.576" v="56"/>
          <ac:spMkLst>
            <pc:docMk/>
            <pc:sldMk cId="1030555080" sldId="260"/>
            <ac:spMk id="88" creationId="{DAD27A50-88D7-4E2A-8488-F2879768AF35}"/>
          </ac:spMkLst>
        </pc:spChg>
        <pc:spChg chg="add del">
          <ac:chgData name="Dariyan Mallory" userId="S::z1974621@students.niu.edu::360c705b-ede8-4902-8a70-dd5183bb7b09" providerId="AD" clId="Web-{5F2899D2-2EF8-4C3E-34D6-99551AE01EC8}" dt="2026-05-04T00:07:38.576" v="56"/>
          <ac:spMkLst>
            <pc:docMk/>
            <pc:sldMk cId="1030555080" sldId="260"/>
            <ac:spMk id="91" creationId="{7C704F0F-1CD8-4DC1-AEE9-225958232415}"/>
          </ac:spMkLst>
        </pc:spChg>
        <pc:spChg chg="add del">
          <ac:chgData name="Dariyan Mallory" userId="S::z1974621@students.niu.edu::360c705b-ede8-4902-8a70-dd5183bb7b09" providerId="AD" clId="Web-{5F2899D2-2EF8-4C3E-34D6-99551AE01EC8}" dt="2026-05-04T00:31:57.748" v="148"/>
          <ac:spMkLst>
            <pc:docMk/>
            <pc:sldMk cId="1030555080" sldId="260"/>
            <ac:spMk id="92" creationId="{608F427C-1EC9-4280-9367-F2B3AA063E82}"/>
          </ac:spMkLst>
        </pc:spChg>
        <pc:spChg chg="add del">
          <ac:chgData name="Dariyan Mallory" userId="S::z1974621@students.niu.edu::360c705b-ede8-4902-8a70-dd5183bb7b09" providerId="AD" clId="Web-{5F2899D2-2EF8-4C3E-34D6-99551AE01EC8}" dt="2026-05-04T00:07:41.888" v="58"/>
          <ac:spMkLst>
            <pc:docMk/>
            <pc:sldMk cId="1030555080" sldId="260"/>
            <ac:spMk id="93" creationId="{DBAF956B-591A-4461-BB3C-79AA176B099A}"/>
          </ac:spMkLst>
        </pc:spChg>
        <pc:spChg chg="add del">
          <ac:chgData name="Dariyan Mallory" userId="S::z1974621@students.niu.edu::360c705b-ede8-4902-8a70-dd5183bb7b09" providerId="AD" clId="Web-{5F2899D2-2EF8-4C3E-34D6-99551AE01EC8}" dt="2026-05-04T00:07:41.888" v="58"/>
          <ac:spMkLst>
            <pc:docMk/>
            <pc:sldMk cId="1030555080" sldId="260"/>
            <ac:spMk id="94" creationId="{E8895FAA-0D03-43F6-9594-A8733552E281}"/>
          </ac:spMkLst>
        </pc:spChg>
        <pc:spChg chg="add del">
          <ac:chgData name="Dariyan Mallory" userId="S::z1974621@students.niu.edu::360c705b-ede8-4902-8a70-dd5183bb7b09" providerId="AD" clId="Web-{5F2899D2-2EF8-4C3E-34D6-99551AE01EC8}" dt="2026-05-04T00:07:41.888" v="58"/>
          <ac:spMkLst>
            <pc:docMk/>
            <pc:sldMk cId="1030555080" sldId="260"/>
            <ac:spMk id="95" creationId="{918FB696-BC5E-43A4-9768-4BB5278BDC9A}"/>
          </ac:spMkLst>
        </pc:spChg>
        <pc:spChg chg="add del">
          <ac:chgData name="Dariyan Mallory" userId="S::z1974621@students.niu.edu::360c705b-ede8-4902-8a70-dd5183bb7b09" providerId="AD" clId="Web-{5F2899D2-2EF8-4C3E-34D6-99551AE01EC8}" dt="2026-05-04T00:31:57.748" v="148"/>
          <ac:spMkLst>
            <pc:docMk/>
            <pc:sldMk cId="1030555080" sldId="260"/>
            <ac:spMk id="96" creationId="{F98810A7-E114-447A-A7D6-69B27CFB5650}"/>
          </ac:spMkLst>
        </pc:spChg>
        <pc:spChg chg="add del">
          <ac:chgData name="Dariyan Mallory" userId="S::z1974621@students.niu.edu::360c705b-ede8-4902-8a70-dd5183bb7b09" providerId="AD" clId="Web-{5F2899D2-2EF8-4C3E-34D6-99551AE01EC8}" dt="2026-05-04T00:08:16.076" v="62"/>
          <ac:spMkLst>
            <pc:docMk/>
            <pc:sldMk cId="1030555080" sldId="260"/>
            <ac:spMk id="99" creationId="{DAD27A50-88D7-4E2A-8488-F2879768AF35}"/>
          </ac:spMkLst>
        </pc:spChg>
        <pc:spChg chg="add del">
          <ac:chgData name="Dariyan Mallory" userId="S::z1974621@students.niu.edu::360c705b-ede8-4902-8a70-dd5183bb7b09" providerId="AD" clId="Web-{5F2899D2-2EF8-4C3E-34D6-99551AE01EC8}" dt="2026-05-04T00:08:16.076" v="62"/>
          <ac:spMkLst>
            <pc:docMk/>
            <pc:sldMk cId="1030555080" sldId="260"/>
            <ac:spMk id="102" creationId="{7C704F0F-1CD8-4DC1-AEE9-225958232415}"/>
          </ac:spMkLst>
        </pc:spChg>
        <pc:spChg chg="add del">
          <ac:chgData name="Dariyan Mallory" userId="S::z1974621@students.niu.edu::360c705b-ede8-4902-8a70-dd5183bb7b09" providerId="AD" clId="Web-{5F2899D2-2EF8-4C3E-34D6-99551AE01EC8}" dt="2026-05-04T00:08:16.076" v="62"/>
          <ac:spMkLst>
            <pc:docMk/>
            <pc:sldMk cId="1030555080" sldId="260"/>
            <ac:spMk id="103" creationId="{E4F17063-EDA4-417B-946F-BA357F3B390D}"/>
          </ac:spMkLst>
        </pc:spChg>
        <pc:spChg chg="add del">
          <ac:chgData name="Dariyan Mallory" userId="S::z1974621@students.niu.edu::360c705b-ede8-4902-8a70-dd5183bb7b09" providerId="AD" clId="Web-{5F2899D2-2EF8-4C3E-34D6-99551AE01EC8}" dt="2026-05-04T00:08:16.076" v="62"/>
          <ac:spMkLst>
            <pc:docMk/>
            <pc:sldMk cId="1030555080" sldId="260"/>
            <ac:spMk id="104" creationId="{D36F3EEA-55D4-4677-80E7-92D00B8F343B}"/>
          </ac:spMkLst>
        </pc:spChg>
        <pc:spChg chg="add del">
          <ac:chgData name="Dariyan Mallory" userId="S::z1974621@students.niu.edu::360c705b-ede8-4902-8a70-dd5183bb7b09" providerId="AD" clId="Web-{5F2899D2-2EF8-4C3E-34D6-99551AE01EC8}" dt="2026-05-04T00:32:00.311" v="150"/>
          <ac:spMkLst>
            <pc:docMk/>
            <pc:sldMk cId="1030555080" sldId="260"/>
            <ac:spMk id="105" creationId="{5F3FC718-FDE3-4EF7-921E-A5F374EAF824}"/>
          </ac:spMkLst>
        </pc:spChg>
        <pc:spChg chg="add del">
          <ac:chgData name="Dariyan Mallory" userId="S::z1974621@students.niu.edu::360c705b-ede8-4902-8a70-dd5183bb7b09" providerId="AD" clId="Web-{5F2899D2-2EF8-4C3E-34D6-99551AE01EC8}" dt="2026-05-04T00:32:00.311" v="150"/>
          <ac:spMkLst>
            <pc:docMk/>
            <pc:sldMk cId="1030555080" sldId="260"/>
            <ac:spMk id="106" creationId="{FAA0F719-3DC8-4F08-AD8F-5A845658CB9D}"/>
          </ac:spMkLst>
        </pc:spChg>
        <pc:spChg chg="add del">
          <ac:chgData name="Dariyan Mallory" userId="S::z1974621@students.niu.edu::360c705b-ede8-4902-8a70-dd5183bb7b09" providerId="AD" clId="Web-{5F2899D2-2EF8-4C3E-34D6-99551AE01EC8}" dt="2026-05-04T00:32:00.311" v="150"/>
          <ac:spMkLst>
            <pc:docMk/>
            <pc:sldMk cId="1030555080" sldId="260"/>
            <ac:spMk id="107" creationId="{7DCB61BE-FA0F-4EFB-BE0E-268BAD8E30D6}"/>
          </ac:spMkLst>
        </pc:spChg>
        <pc:spChg chg="add del">
          <ac:chgData name="Dariyan Mallory" userId="S::z1974621@students.niu.edu::360c705b-ede8-4902-8a70-dd5183bb7b09" providerId="AD" clId="Web-{5F2899D2-2EF8-4C3E-34D6-99551AE01EC8}" dt="2026-05-04T00:32:00.311" v="150"/>
          <ac:spMkLst>
            <pc:docMk/>
            <pc:sldMk cId="1030555080" sldId="260"/>
            <ac:spMk id="108" creationId="{A4B31EAA-7423-46F7-9B90-4AB2B09C35C4}"/>
          </ac:spMkLst>
        </pc:spChg>
        <pc:spChg chg="add del">
          <ac:chgData name="Dariyan Mallory" userId="S::z1974621@students.niu.edu::360c705b-ede8-4902-8a70-dd5183bb7b09" providerId="AD" clId="Web-{5F2899D2-2EF8-4C3E-34D6-99551AE01EC8}" dt="2026-05-04T00:32:00.311" v="150"/>
          <ac:spMkLst>
            <pc:docMk/>
            <pc:sldMk cId="1030555080" sldId="260"/>
            <ac:spMk id="110" creationId="{2E326BA2-2323-2AD9-1C8A-C05410790EC5}"/>
          </ac:spMkLst>
        </pc:spChg>
        <pc:spChg chg="add del">
          <ac:chgData name="Dariyan Mallory" userId="S::z1974621@students.niu.edu::360c705b-ede8-4902-8a70-dd5183bb7b09" providerId="AD" clId="Web-{5F2899D2-2EF8-4C3E-34D6-99551AE01EC8}" dt="2026-05-04T00:32:02.764" v="152"/>
          <ac:spMkLst>
            <pc:docMk/>
            <pc:sldMk cId="1030555080" sldId="260"/>
            <ac:spMk id="112" creationId="{A93A089E-0A16-452C-B341-0F769780D262}"/>
          </ac:spMkLst>
        </pc:spChg>
        <pc:spChg chg="add del">
          <ac:chgData name="Dariyan Mallory" userId="S::z1974621@students.niu.edu::360c705b-ede8-4902-8a70-dd5183bb7b09" providerId="AD" clId="Web-{5F2899D2-2EF8-4C3E-34D6-99551AE01EC8}" dt="2026-05-04T00:08:31.576" v="64"/>
          <ac:spMkLst>
            <pc:docMk/>
            <pc:sldMk cId="1030555080" sldId="260"/>
            <ac:spMk id="113" creationId="{DAD27A50-88D7-4E2A-8488-F2879768AF35}"/>
          </ac:spMkLst>
        </pc:spChg>
        <pc:spChg chg="add del">
          <ac:chgData name="Dariyan Mallory" userId="S::z1974621@students.niu.edu::360c705b-ede8-4902-8a70-dd5183bb7b09" providerId="AD" clId="Web-{5F2899D2-2EF8-4C3E-34D6-99551AE01EC8}" dt="2026-05-04T00:32:02.764" v="152"/>
          <ac:spMkLst>
            <pc:docMk/>
            <pc:sldMk cId="1030555080" sldId="260"/>
            <ac:spMk id="114" creationId="{3FC0003E-C642-F0DD-6CFB-EFFDABF2E88E}"/>
          </ac:spMkLst>
        </pc:spChg>
        <pc:spChg chg="add del">
          <ac:chgData name="Dariyan Mallory" userId="S::z1974621@students.niu.edu::360c705b-ede8-4902-8a70-dd5183bb7b09" providerId="AD" clId="Web-{5F2899D2-2EF8-4C3E-34D6-99551AE01EC8}" dt="2026-05-04T00:34:06.967" v="163"/>
          <ac:spMkLst>
            <pc:docMk/>
            <pc:sldMk cId="1030555080" sldId="260"/>
            <ac:spMk id="116" creationId="{5F3FC718-FDE3-4EF7-921E-A5F374EAF824}"/>
          </ac:spMkLst>
        </pc:spChg>
        <pc:spChg chg="add del">
          <ac:chgData name="Dariyan Mallory" userId="S::z1974621@students.niu.edu::360c705b-ede8-4902-8a70-dd5183bb7b09" providerId="AD" clId="Web-{5F2899D2-2EF8-4C3E-34D6-99551AE01EC8}" dt="2026-05-04T00:34:06.967" v="163"/>
          <ac:spMkLst>
            <pc:docMk/>
            <pc:sldMk cId="1030555080" sldId="260"/>
            <ac:spMk id="118" creationId="{FAA0F719-3DC8-4F08-AD8F-5A845658CB9D}"/>
          </ac:spMkLst>
        </pc:spChg>
        <pc:spChg chg="add del">
          <ac:chgData name="Dariyan Mallory" userId="S::z1974621@students.niu.edu::360c705b-ede8-4902-8a70-dd5183bb7b09" providerId="AD" clId="Web-{5F2899D2-2EF8-4C3E-34D6-99551AE01EC8}" dt="2026-05-04T00:08:31.576" v="64"/>
          <ac:spMkLst>
            <pc:docMk/>
            <pc:sldMk cId="1030555080" sldId="260"/>
            <ac:spMk id="119" creationId="{7C704F0F-1CD8-4DC1-AEE9-225958232415}"/>
          </ac:spMkLst>
        </pc:spChg>
        <pc:spChg chg="add del">
          <ac:chgData name="Dariyan Mallory" userId="S::z1974621@students.niu.edu::360c705b-ede8-4902-8a70-dd5183bb7b09" providerId="AD" clId="Web-{5F2899D2-2EF8-4C3E-34D6-99551AE01EC8}" dt="2026-05-04T00:34:06.967" v="163"/>
          <ac:spMkLst>
            <pc:docMk/>
            <pc:sldMk cId="1030555080" sldId="260"/>
            <ac:spMk id="120" creationId="{7DCB61BE-FA0F-4EFB-BE0E-268BAD8E30D6}"/>
          </ac:spMkLst>
        </pc:spChg>
        <pc:spChg chg="add del">
          <ac:chgData name="Dariyan Mallory" userId="S::z1974621@students.niu.edu::360c705b-ede8-4902-8a70-dd5183bb7b09" providerId="AD" clId="Web-{5F2899D2-2EF8-4C3E-34D6-99551AE01EC8}" dt="2026-05-04T00:08:31.576" v="64"/>
          <ac:spMkLst>
            <pc:docMk/>
            <pc:sldMk cId="1030555080" sldId="260"/>
            <ac:spMk id="121" creationId="{E4F17063-EDA4-417B-946F-BA357F3B390D}"/>
          </ac:spMkLst>
        </pc:spChg>
        <pc:spChg chg="add del">
          <ac:chgData name="Dariyan Mallory" userId="S::z1974621@students.niu.edu::360c705b-ede8-4902-8a70-dd5183bb7b09" providerId="AD" clId="Web-{5F2899D2-2EF8-4C3E-34D6-99551AE01EC8}" dt="2026-05-04T00:34:06.967" v="163"/>
          <ac:spMkLst>
            <pc:docMk/>
            <pc:sldMk cId="1030555080" sldId="260"/>
            <ac:spMk id="122" creationId="{A4B31EAA-7423-46F7-9B90-4AB2B09C35C4}"/>
          </ac:spMkLst>
        </pc:spChg>
        <pc:spChg chg="add del">
          <ac:chgData name="Dariyan Mallory" userId="S::z1974621@students.niu.edu::360c705b-ede8-4902-8a70-dd5183bb7b09" providerId="AD" clId="Web-{5F2899D2-2EF8-4C3E-34D6-99551AE01EC8}" dt="2026-05-04T00:08:31.576" v="64"/>
          <ac:spMkLst>
            <pc:docMk/>
            <pc:sldMk cId="1030555080" sldId="260"/>
            <ac:spMk id="123" creationId="{D36F3EEA-55D4-4677-80E7-92D00B8F343B}"/>
          </ac:spMkLst>
        </pc:spChg>
        <pc:spChg chg="add mod ord">
          <ac:chgData name="Dariyan Mallory" userId="S::z1974621@students.niu.edu::360c705b-ede8-4902-8a70-dd5183bb7b09" providerId="AD" clId="Web-{5F2899D2-2EF8-4C3E-34D6-99551AE01EC8}" dt="2026-05-04T00:34:06.967" v="163"/>
          <ac:spMkLst>
            <pc:docMk/>
            <pc:sldMk cId="1030555080" sldId="260"/>
            <ac:spMk id="124" creationId="{2E326BA2-2323-2AD9-1C8A-C05410790EC5}"/>
          </ac:spMkLst>
        </pc:spChg>
        <pc:spChg chg="add del">
          <ac:chgData name="Dariyan Mallory" userId="S::z1974621@students.niu.edu::360c705b-ede8-4902-8a70-dd5183bb7b09" providerId="AD" clId="Web-{5F2899D2-2EF8-4C3E-34D6-99551AE01EC8}" dt="2026-05-04T00:34:03.233" v="160"/>
          <ac:spMkLst>
            <pc:docMk/>
            <pc:sldMk cId="1030555080" sldId="260"/>
            <ac:spMk id="129" creationId="{A93A089E-0A16-452C-B341-0F769780D262}"/>
          </ac:spMkLst>
        </pc:spChg>
        <pc:spChg chg="add del">
          <ac:chgData name="Dariyan Mallory" userId="S::z1974621@students.niu.edu::360c705b-ede8-4902-8a70-dd5183bb7b09" providerId="AD" clId="Web-{5F2899D2-2EF8-4C3E-34D6-99551AE01EC8}" dt="2026-05-04T00:34:06.952" v="162"/>
          <ac:spMkLst>
            <pc:docMk/>
            <pc:sldMk cId="1030555080" sldId="260"/>
            <ac:spMk id="131" creationId="{A721560C-E4AB-4287-A29C-3F6916794CB9}"/>
          </ac:spMkLst>
        </pc:spChg>
        <pc:spChg chg="add del">
          <ac:chgData name="Dariyan Mallory" userId="S::z1974621@students.niu.edu::360c705b-ede8-4902-8a70-dd5183bb7b09" providerId="AD" clId="Web-{5F2899D2-2EF8-4C3E-34D6-99551AE01EC8}" dt="2026-05-04T00:24:12.905" v="123"/>
          <ac:spMkLst>
            <pc:docMk/>
            <pc:sldMk cId="1030555080" sldId="260"/>
            <ac:spMk id="132" creationId="{989BE678-777B-482A-A616-FEDC47B162E5}"/>
          </ac:spMkLst>
        </pc:spChg>
        <pc:spChg chg="add del">
          <ac:chgData name="Dariyan Mallory" userId="S::z1974621@students.niu.edu::360c705b-ede8-4902-8a70-dd5183bb7b09" providerId="AD" clId="Web-{5F2899D2-2EF8-4C3E-34D6-99551AE01EC8}" dt="2026-05-04T00:34:06.952" v="162"/>
          <ac:spMkLst>
            <pc:docMk/>
            <pc:sldMk cId="1030555080" sldId="260"/>
            <ac:spMk id="133" creationId="{DF6CFF07-D953-4F9C-9A0E-E0A6AACB6158}"/>
          </ac:spMkLst>
        </pc:spChg>
        <pc:spChg chg="add del">
          <ac:chgData name="Dariyan Mallory" userId="S::z1974621@students.niu.edu::360c705b-ede8-4902-8a70-dd5183bb7b09" providerId="AD" clId="Web-{5F2899D2-2EF8-4C3E-34D6-99551AE01EC8}" dt="2026-05-04T00:34:06.952" v="162"/>
          <ac:spMkLst>
            <pc:docMk/>
            <pc:sldMk cId="1030555080" sldId="260"/>
            <ac:spMk id="135" creationId="{DAA4FEEE-0B5F-41BF-825D-60F9FB089568}"/>
          </ac:spMkLst>
        </pc:spChg>
        <pc:spChg chg="add del">
          <ac:chgData name="Dariyan Mallory" userId="S::z1974621@students.niu.edu::360c705b-ede8-4902-8a70-dd5183bb7b09" providerId="AD" clId="Web-{5F2899D2-2EF8-4C3E-34D6-99551AE01EC8}" dt="2026-05-04T00:34:06.952" v="162"/>
          <ac:spMkLst>
            <pc:docMk/>
            <pc:sldMk cId="1030555080" sldId="260"/>
            <ac:spMk id="137" creationId="{EE4E366E-272A-409E-840F-9A6A64A9E3FF}"/>
          </ac:spMkLst>
        </pc:spChg>
        <pc:spChg chg="add del">
          <ac:chgData name="Dariyan Mallory" userId="S::z1974621@students.niu.edu::360c705b-ede8-4902-8a70-dd5183bb7b09" providerId="AD" clId="Web-{5F2899D2-2EF8-4C3E-34D6-99551AE01EC8}" dt="2026-05-04T00:24:12.905" v="123"/>
          <ac:spMkLst>
            <pc:docMk/>
            <pc:sldMk cId="1030555080" sldId="260"/>
            <ac:spMk id="138" creationId="{D28BE0C3-2102-4820-B88B-A448B1840D14}"/>
          </ac:spMkLst>
        </pc:spChg>
        <pc:spChg chg="add">
          <ac:chgData name="Dariyan Mallory" userId="S::z1974621@students.niu.edu::360c705b-ede8-4902-8a70-dd5183bb7b09" providerId="AD" clId="Web-{5F2899D2-2EF8-4C3E-34D6-99551AE01EC8}" dt="2026-05-04T00:34:06.967" v="163"/>
          <ac:spMkLst>
            <pc:docMk/>
            <pc:sldMk cId="1030555080" sldId="260"/>
            <ac:spMk id="139" creationId="{B4AAD3FD-83A5-4B89-9F8F-01B8870865BE}"/>
          </ac:spMkLst>
        </pc:spChg>
        <pc:spChg chg="add del">
          <ac:chgData name="Dariyan Mallory" userId="S::z1974621@students.niu.edu::360c705b-ede8-4902-8a70-dd5183bb7b09" providerId="AD" clId="Web-{5F2899D2-2EF8-4C3E-34D6-99551AE01EC8}" dt="2026-05-04T00:24:12.905" v="123"/>
          <ac:spMkLst>
            <pc:docMk/>
            <pc:sldMk cId="1030555080" sldId="260"/>
            <ac:spMk id="140" creationId="{E4F17063-EDA4-417B-946F-BA357F3B390D}"/>
          </ac:spMkLst>
        </pc:spChg>
        <pc:spChg chg="add">
          <ac:chgData name="Dariyan Mallory" userId="S::z1974621@students.niu.edu::360c705b-ede8-4902-8a70-dd5183bb7b09" providerId="AD" clId="Web-{5F2899D2-2EF8-4C3E-34D6-99551AE01EC8}" dt="2026-05-04T00:34:06.967" v="163"/>
          <ac:spMkLst>
            <pc:docMk/>
            <pc:sldMk cId="1030555080" sldId="260"/>
            <ac:spMk id="141" creationId="{61752F1D-FC0F-4103-9584-630E643CCDA6}"/>
          </ac:spMkLst>
        </pc:spChg>
        <pc:spChg chg="add del">
          <ac:chgData name="Dariyan Mallory" userId="S::z1974621@students.niu.edu::360c705b-ede8-4902-8a70-dd5183bb7b09" providerId="AD" clId="Web-{5F2899D2-2EF8-4C3E-34D6-99551AE01EC8}" dt="2026-05-04T00:24:12.905" v="123"/>
          <ac:spMkLst>
            <pc:docMk/>
            <pc:sldMk cId="1030555080" sldId="260"/>
            <ac:spMk id="142" creationId="{D36F3EEA-55D4-4677-80E7-92D00B8F343B}"/>
          </ac:spMkLst>
        </pc:spChg>
        <pc:spChg chg="add">
          <ac:chgData name="Dariyan Mallory" userId="S::z1974621@students.niu.edu::360c705b-ede8-4902-8a70-dd5183bb7b09" providerId="AD" clId="Web-{5F2899D2-2EF8-4C3E-34D6-99551AE01EC8}" dt="2026-05-04T00:34:06.967" v="163"/>
          <ac:spMkLst>
            <pc:docMk/>
            <pc:sldMk cId="1030555080" sldId="260"/>
            <ac:spMk id="143" creationId="{70151CB7-E7DE-4917-B831-01DF9CE01306}"/>
          </ac:spMkLst>
        </pc:spChg>
        <pc:spChg chg="add">
          <ac:chgData name="Dariyan Mallory" userId="S::z1974621@students.niu.edu::360c705b-ede8-4902-8a70-dd5183bb7b09" providerId="AD" clId="Web-{5F2899D2-2EF8-4C3E-34D6-99551AE01EC8}" dt="2026-05-04T00:34:06.967" v="163"/>
          <ac:spMkLst>
            <pc:docMk/>
            <pc:sldMk cId="1030555080" sldId="260"/>
            <ac:spMk id="144" creationId="{A92A1116-1C84-41DF-B803-1F7B0883EC82}"/>
          </ac:spMkLst>
        </pc:spChg>
        <pc:spChg chg="add del">
          <ac:chgData name="Dariyan Mallory" userId="S::z1974621@students.niu.edu::360c705b-ede8-4902-8a70-dd5183bb7b09" providerId="AD" clId="Web-{5F2899D2-2EF8-4C3E-34D6-99551AE01EC8}" dt="2026-05-04T00:24:12.905" v="122"/>
          <ac:spMkLst>
            <pc:docMk/>
            <pc:sldMk cId="1030555080" sldId="260"/>
            <ac:spMk id="147" creationId="{EE4E366E-272A-409E-840F-9A6A64A9E3FF}"/>
          </ac:spMkLst>
        </pc:spChg>
        <pc:spChg chg="add del">
          <ac:chgData name="Dariyan Mallory" userId="S::z1974621@students.niu.edu::360c705b-ede8-4902-8a70-dd5183bb7b09" providerId="AD" clId="Web-{5F2899D2-2EF8-4C3E-34D6-99551AE01EC8}" dt="2026-05-04T00:24:12.905" v="122"/>
          <ac:spMkLst>
            <pc:docMk/>
            <pc:sldMk cId="1030555080" sldId="260"/>
            <ac:spMk id="149" creationId="{A721560C-E4AB-4287-A29C-3F6916794CB9}"/>
          </ac:spMkLst>
        </pc:spChg>
        <pc:spChg chg="add del">
          <ac:chgData name="Dariyan Mallory" userId="S::z1974621@students.niu.edu::360c705b-ede8-4902-8a70-dd5183bb7b09" providerId="AD" clId="Web-{5F2899D2-2EF8-4C3E-34D6-99551AE01EC8}" dt="2026-05-04T00:24:12.905" v="122"/>
          <ac:spMkLst>
            <pc:docMk/>
            <pc:sldMk cId="1030555080" sldId="260"/>
            <ac:spMk id="151" creationId="{DF6CFF07-D953-4F9C-9A0E-E0A6AACB6158}"/>
          </ac:spMkLst>
        </pc:spChg>
        <pc:spChg chg="add del">
          <ac:chgData name="Dariyan Mallory" userId="S::z1974621@students.niu.edu::360c705b-ede8-4902-8a70-dd5183bb7b09" providerId="AD" clId="Web-{5F2899D2-2EF8-4C3E-34D6-99551AE01EC8}" dt="2026-05-04T00:24:12.905" v="122"/>
          <ac:spMkLst>
            <pc:docMk/>
            <pc:sldMk cId="1030555080" sldId="260"/>
            <ac:spMk id="153" creationId="{DAA4FEEE-0B5F-41BF-825D-60F9FB089568}"/>
          </ac:spMkLst>
        </pc:spChg>
        <pc:picChg chg="add del mod ord">
          <ac:chgData name="Dariyan Mallory" userId="S::z1974621@students.niu.edu::360c705b-ede8-4902-8a70-dd5183bb7b09" providerId="AD" clId="Web-{5F2899D2-2EF8-4C3E-34D6-99551AE01EC8}" dt="2026-05-04T00:04:50.200" v="14"/>
          <ac:picMkLst>
            <pc:docMk/>
            <pc:sldMk cId="1030555080" sldId="260"/>
            <ac:picMk id="4" creationId="{F61DC65B-DC50-5A95-2F74-AC00E260CD3B}"/>
          </ac:picMkLst>
        </pc:picChg>
        <pc:picChg chg="add del mod">
          <ac:chgData name="Dariyan Mallory" userId="S::z1974621@students.niu.edu::360c705b-ede8-4902-8a70-dd5183bb7b09" providerId="AD" clId="Web-{5F2899D2-2EF8-4C3E-34D6-99551AE01EC8}" dt="2026-05-04T00:04:09.434" v="6"/>
          <ac:picMkLst>
            <pc:docMk/>
            <pc:sldMk cId="1030555080" sldId="260"/>
            <ac:picMk id="5" creationId="{C00F10E2-D335-7ACD-41A3-F7D2698163DE}"/>
          </ac:picMkLst>
        </pc:picChg>
        <pc:picChg chg="add del mod ord">
          <ac:chgData name="Dariyan Mallory" userId="S::z1974621@students.niu.edu::360c705b-ede8-4902-8a70-dd5183bb7b09" providerId="AD" clId="Web-{5F2899D2-2EF8-4C3E-34D6-99551AE01EC8}" dt="2026-05-04T00:05:12.825" v="16"/>
          <ac:picMkLst>
            <pc:docMk/>
            <pc:sldMk cId="1030555080" sldId="260"/>
            <ac:picMk id="6" creationId="{C1A7BDDB-20C2-783E-70AB-EE8576EFEBCA}"/>
          </ac:picMkLst>
        </pc:picChg>
        <pc:picChg chg="add del mod ord">
          <ac:chgData name="Dariyan Mallory" userId="S::z1974621@students.niu.edu::360c705b-ede8-4902-8a70-dd5183bb7b09" providerId="AD" clId="Web-{5F2899D2-2EF8-4C3E-34D6-99551AE01EC8}" dt="2026-05-04T00:05:18.325" v="18"/>
          <ac:picMkLst>
            <pc:docMk/>
            <pc:sldMk cId="1030555080" sldId="260"/>
            <ac:picMk id="7" creationId="{37525ABF-F41D-E5F6-653A-8FE01C313C06}"/>
          </ac:picMkLst>
        </pc:picChg>
        <pc:picChg chg="add del mod ord">
          <ac:chgData name="Dariyan Mallory" userId="S::z1974621@students.niu.edu::360c705b-ede8-4902-8a70-dd5183bb7b09" providerId="AD" clId="Web-{5F2899D2-2EF8-4C3E-34D6-99551AE01EC8}" dt="2026-05-04T00:05:22.856" v="20"/>
          <ac:picMkLst>
            <pc:docMk/>
            <pc:sldMk cId="1030555080" sldId="260"/>
            <ac:picMk id="8" creationId="{374CAF59-F606-E2CC-F151-2DE1F906E3EC}"/>
          </ac:picMkLst>
        </pc:picChg>
        <pc:picChg chg="add del mod">
          <ac:chgData name="Dariyan Mallory" userId="S::z1974621@students.niu.edu::360c705b-ede8-4902-8a70-dd5183bb7b09" providerId="AD" clId="Web-{5F2899D2-2EF8-4C3E-34D6-99551AE01EC8}" dt="2026-05-04T00:08:12.060" v="61"/>
          <ac:picMkLst>
            <pc:docMk/>
            <pc:sldMk cId="1030555080" sldId="260"/>
            <ac:picMk id="10" creationId="{EBDF1A71-EF0F-021F-7EF6-060B919BE4D7}"/>
          </ac:picMkLst>
        </pc:picChg>
        <pc:picChg chg="add del mod">
          <ac:chgData name="Dariyan Mallory" userId="S::z1974621@students.niu.edu::360c705b-ede8-4902-8a70-dd5183bb7b09" providerId="AD" clId="Web-{5F2899D2-2EF8-4C3E-34D6-99551AE01EC8}" dt="2026-05-04T00:08:29.154" v="63"/>
          <ac:picMkLst>
            <pc:docMk/>
            <pc:sldMk cId="1030555080" sldId="260"/>
            <ac:picMk id="11" creationId="{ECFC14F7-5403-03A5-8F10-F325D03E8ED6}"/>
          </ac:picMkLst>
        </pc:picChg>
        <pc:picChg chg="add del mod ord">
          <ac:chgData name="Dariyan Mallory" userId="S::z1974621@students.niu.edu::360c705b-ede8-4902-8a70-dd5183bb7b09" providerId="AD" clId="Web-{5F2899D2-2EF8-4C3E-34D6-99551AE01EC8}" dt="2026-05-04T00:30:48.186" v="139"/>
          <ac:picMkLst>
            <pc:docMk/>
            <pc:sldMk cId="1030555080" sldId="260"/>
            <ac:picMk id="13" creationId="{9F60C599-B071-7E92-AE9F-DEE96F99084D}"/>
          </ac:picMkLst>
        </pc:picChg>
        <pc:picChg chg="add mod ord">
          <ac:chgData name="Dariyan Mallory" userId="S::z1974621@students.niu.edu::360c705b-ede8-4902-8a70-dd5183bb7b09" providerId="AD" clId="Web-{5F2899D2-2EF8-4C3E-34D6-99551AE01EC8}" dt="2026-05-04T00:35:14.921" v="170" actId="14100"/>
          <ac:picMkLst>
            <pc:docMk/>
            <pc:sldMk cId="1030555080" sldId="260"/>
            <ac:picMk id="18" creationId="{6ACCBD66-B50F-D6E7-1412-8647E3906773}"/>
          </ac:picMkLst>
        </pc:picChg>
        <pc:picChg chg="add del">
          <ac:chgData name="Dariyan Mallory" userId="S::z1974621@students.niu.edu::360c705b-ede8-4902-8a70-dd5183bb7b09" providerId="AD" clId="Web-{5F2899D2-2EF8-4C3E-34D6-99551AE01EC8}" dt="2026-05-04T00:31:46.983" v="144"/>
          <ac:picMkLst>
            <pc:docMk/>
            <pc:sldMk cId="1030555080" sldId="260"/>
            <ac:picMk id="20" creationId="{69F01145-BEA3-4CBF-AA21-10077B948CA8}"/>
          </ac:picMkLst>
        </pc:picChg>
        <pc:picChg chg="add del">
          <ac:chgData name="Dariyan Mallory" userId="S::z1974621@students.niu.edu::360c705b-ede8-4902-8a70-dd5183bb7b09" providerId="AD" clId="Web-{5F2899D2-2EF8-4C3E-34D6-99551AE01EC8}" dt="2026-05-04T00:31:46.983" v="144"/>
          <ac:picMkLst>
            <pc:docMk/>
            <pc:sldMk cId="1030555080" sldId="260"/>
            <ac:picMk id="23" creationId="{41B68C77-138E-4BF7-A276-BD0C78A4219F}"/>
          </ac:picMkLst>
        </pc:picChg>
        <pc:picChg chg="add del">
          <ac:chgData name="Dariyan Mallory" userId="S::z1974621@students.niu.edu::360c705b-ede8-4902-8a70-dd5183bb7b09" providerId="AD" clId="Web-{5F2899D2-2EF8-4C3E-34D6-99551AE01EC8}" dt="2026-05-04T00:31:54.952" v="146"/>
          <ac:picMkLst>
            <pc:docMk/>
            <pc:sldMk cId="1030555080" sldId="260"/>
            <ac:picMk id="43" creationId="{DF19BAF3-7E20-4B9D-B544-BABAEEA1FA75}"/>
          </ac:picMkLst>
        </pc:picChg>
        <pc:picChg chg="add del">
          <ac:chgData name="Dariyan Mallory" userId="S::z1974621@students.niu.edu::360c705b-ede8-4902-8a70-dd5183bb7b09" providerId="AD" clId="Web-{5F2899D2-2EF8-4C3E-34D6-99551AE01EC8}" dt="2026-05-04T00:31:54.952" v="146"/>
          <ac:picMkLst>
            <pc:docMk/>
            <pc:sldMk cId="1030555080" sldId="260"/>
            <ac:picMk id="45" creationId="{950648F4-ABCD-4DF0-8641-76CFB2354721}"/>
          </ac:picMkLst>
        </pc:picChg>
        <pc:picChg chg="add del">
          <ac:chgData name="Dariyan Mallory" userId="S::z1974621@students.niu.edu::360c705b-ede8-4902-8a70-dd5183bb7b09" providerId="AD" clId="Web-{5F2899D2-2EF8-4C3E-34D6-99551AE01EC8}" dt="2026-05-04T00:07:41.888" v="58"/>
          <ac:picMkLst>
            <pc:docMk/>
            <pc:sldMk cId="1030555080" sldId="260"/>
            <ac:picMk id="55" creationId="{DF19BAF3-7E20-4B9D-B544-BABAEEA1FA75}"/>
          </ac:picMkLst>
        </pc:picChg>
        <pc:picChg chg="add del">
          <ac:chgData name="Dariyan Mallory" userId="S::z1974621@students.niu.edu::360c705b-ede8-4902-8a70-dd5183bb7b09" providerId="AD" clId="Web-{5F2899D2-2EF8-4C3E-34D6-99551AE01EC8}" dt="2026-05-04T00:07:41.888" v="58"/>
          <ac:picMkLst>
            <pc:docMk/>
            <pc:sldMk cId="1030555080" sldId="260"/>
            <ac:picMk id="56" creationId="{950648F4-ABCD-4DF0-8641-76CFB2354721}"/>
          </ac:picMkLst>
        </pc:picChg>
        <pc:picChg chg="add del">
          <ac:chgData name="Dariyan Mallory" userId="S::z1974621@students.niu.edu::360c705b-ede8-4902-8a70-dd5183bb7b09" providerId="AD" clId="Web-{5F2899D2-2EF8-4C3E-34D6-99551AE01EC8}" dt="2026-05-04T00:31:54.952" v="146"/>
          <ac:picMkLst>
            <pc:docMk/>
            <pc:sldMk cId="1030555080" sldId="260"/>
            <ac:picMk id="62" creationId="{CF1EB4BD-9C7E-4AA3-9681-C7EB0DA6250B}"/>
          </ac:picMkLst>
        </pc:picChg>
        <pc:picChg chg="add del">
          <ac:chgData name="Dariyan Mallory" userId="S::z1974621@students.niu.edu::360c705b-ede8-4902-8a70-dd5183bb7b09" providerId="AD" clId="Web-{5F2899D2-2EF8-4C3E-34D6-99551AE01EC8}" dt="2026-05-04T00:31:54.952" v="146"/>
          <ac:picMkLst>
            <pc:docMk/>
            <pc:sldMk cId="1030555080" sldId="260"/>
            <ac:picMk id="63" creationId="{94AAE3AA-3759-4D28-B0EF-575F25A5146C}"/>
          </ac:picMkLst>
        </pc:picChg>
        <pc:picChg chg="add del">
          <ac:chgData name="Dariyan Mallory" userId="S::z1974621@students.niu.edu::360c705b-ede8-4902-8a70-dd5183bb7b09" providerId="AD" clId="Web-{5F2899D2-2EF8-4C3E-34D6-99551AE01EC8}" dt="2026-05-04T00:31:57.748" v="148"/>
          <ac:picMkLst>
            <pc:docMk/>
            <pc:sldMk cId="1030555080" sldId="260"/>
            <ac:picMk id="69" creationId="{41B68C77-138E-4BF7-A276-BD0C78A4219F}"/>
          </ac:picMkLst>
        </pc:picChg>
        <pc:picChg chg="add del">
          <ac:chgData name="Dariyan Mallory" userId="S::z1974621@students.niu.edu::360c705b-ede8-4902-8a70-dd5183bb7b09" providerId="AD" clId="Web-{5F2899D2-2EF8-4C3E-34D6-99551AE01EC8}" dt="2026-05-04T00:07:28.029" v="52"/>
          <ac:picMkLst>
            <pc:docMk/>
            <pc:sldMk cId="1030555080" sldId="260"/>
            <ac:picMk id="74" creationId="{1081DF83-4F35-4560-87E6-0DE8AAAC33DB}"/>
          </ac:picMkLst>
        </pc:picChg>
        <pc:picChg chg="add del">
          <ac:chgData name="Dariyan Mallory" userId="S::z1974621@students.niu.edu::360c705b-ede8-4902-8a70-dd5183bb7b09" providerId="AD" clId="Web-{5F2899D2-2EF8-4C3E-34D6-99551AE01EC8}" dt="2026-05-04T00:31:57.748" v="148"/>
          <ac:picMkLst>
            <pc:docMk/>
            <pc:sldMk cId="1030555080" sldId="260"/>
            <ac:picMk id="77" creationId="{69F01145-BEA3-4CBF-AA21-10077B948CA8}"/>
          </ac:picMkLst>
        </pc:picChg>
        <pc:picChg chg="add del">
          <ac:chgData name="Dariyan Mallory" userId="S::z1974621@students.niu.edu::360c705b-ede8-4902-8a70-dd5183bb7b09" providerId="AD" clId="Web-{5F2899D2-2EF8-4C3E-34D6-99551AE01EC8}" dt="2026-05-04T00:07:38.576" v="56"/>
          <ac:picMkLst>
            <pc:docMk/>
            <pc:sldMk cId="1030555080" sldId="260"/>
            <ac:picMk id="89" creationId="{A47C6ACD-2325-48C6-B9F3-C21563A05EA5}"/>
          </ac:picMkLst>
        </pc:picChg>
        <pc:picChg chg="add del">
          <ac:chgData name="Dariyan Mallory" userId="S::z1974621@students.niu.edu::360c705b-ede8-4902-8a70-dd5183bb7b09" providerId="AD" clId="Web-{5F2899D2-2EF8-4C3E-34D6-99551AE01EC8}" dt="2026-05-04T00:07:38.576" v="56"/>
          <ac:picMkLst>
            <pc:docMk/>
            <pc:sldMk cId="1030555080" sldId="260"/>
            <ac:picMk id="90" creationId="{1081DF83-4F35-4560-87E6-0DE8AAAC33DB}"/>
          </ac:picMkLst>
        </pc:picChg>
        <pc:picChg chg="add del">
          <ac:chgData name="Dariyan Mallory" userId="S::z1974621@students.niu.edu::360c705b-ede8-4902-8a70-dd5183bb7b09" providerId="AD" clId="Web-{5F2899D2-2EF8-4C3E-34D6-99551AE01EC8}" dt="2026-05-04T00:08:16.076" v="62"/>
          <ac:picMkLst>
            <pc:docMk/>
            <pc:sldMk cId="1030555080" sldId="260"/>
            <ac:picMk id="98" creationId="{85F1A06D-D369-4974-8208-56120C5E7A97}"/>
          </ac:picMkLst>
        </pc:picChg>
        <pc:picChg chg="del">
          <ac:chgData name="Dariyan Mallory" userId="S::z1974621@students.niu.edu::360c705b-ede8-4902-8a70-dd5183bb7b09" providerId="AD" clId="Web-{5F2899D2-2EF8-4C3E-34D6-99551AE01EC8}" dt="2026-05-04T00:08:16.076" v="62"/>
          <ac:picMkLst>
            <pc:docMk/>
            <pc:sldMk cId="1030555080" sldId="260"/>
            <ac:picMk id="101" creationId="{1081DF83-4F35-4560-87E6-0DE8AAAC33DB}"/>
          </ac:picMkLst>
        </pc:picChg>
        <pc:picChg chg="del">
          <ac:chgData name="Dariyan Mallory" userId="S::z1974621@students.niu.edu::360c705b-ede8-4902-8a70-dd5183bb7b09" providerId="AD" clId="Web-{5F2899D2-2EF8-4C3E-34D6-99551AE01EC8}" dt="2026-05-04T00:08:31.576" v="64"/>
          <ac:picMkLst>
            <pc:docMk/>
            <pc:sldMk cId="1030555080" sldId="260"/>
            <ac:picMk id="109" creationId="{94DDC893-E5EF-4CDE-B040-BA5B53AADD78}"/>
          </ac:picMkLst>
        </pc:picChg>
        <pc:picChg chg="del">
          <ac:chgData name="Dariyan Mallory" userId="S::z1974621@students.niu.edu::360c705b-ede8-4902-8a70-dd5183bb7b09" providerId="AD" clId="Web-{5F2899D2-2EF8-4C3E-34D6-99551AE01EC8}" dt="2026-05-04T00:24:12.905" v="123"/>
          <ac:picMkLst>
            <pc:docMk/>
            <pc:sldMk cId="1030555080" sldId="260"/>
            <ac:picMk id="128" creationId="{DF19BAF3-7E20-4B9D-B544-BABAEEA1FA75}"/>
          </ac:picMkLst>
        </pc:picChg>
        <pc:picChg chg="del">
          <ac:chgData name="Dariyan Mallory" userId="S::z1974621@students.niu.edu::360c705b-ede8-4902-8a70-dd5183bb7b09" providerId="AD" clId="Web-{5F2899D2-2EF8-4C3E-34D6-99551AE01EC8}" dt="2026-05-04T00:24:12.905" v="123"/>
          <ac:picMkLst>
            <pc:docMk/>
            <pc:sldMk cId="1030555080" sldId="260"/>
            <ac:picMk id="130" creationId="{950648F4-ABCD-4DF0-8641-76CFB2354721}"/>
          </ac:picMkLst>
        </pc:picChg>
        <pc:picChg chg="add del">
          <ac:chgData name="Dariyan Mallory" userId="S::z1974621@students.niu.edu::360c705b-ede8-4902-8a70-dd5183bb7b09" providerId="AD" clId="Web-{5F2899D2-2EF8-4C3E-34D6-99551AE01EC8}" dt="2026-05-04T00:24:12.905" v="123"/>
          <ac:picMkLst>
            <pc:docMk/>
            <pc:sldMk cId="1030555080" sldId="260"/>
            <ac:picMk id="134" creationId="{CF1EB4BD-9C7E-4AA3-9681-C7EB0DA6250B}"/>
          </ac:picMkLst>
        </pc:picChg>
      </pc:sldChg>
      <pc:sldChg chg="addSp delSp modSp new mod setBg setClrOvrMap">
        <pc:chgData name="Dariyan Mallory" userId="S::z1974621@students.niu.edu::360c705b-ede8-4902-8a70-dd5183bb7b09" providerId="AD" clId="Web-{5F2899D2-2EF8-4C3E-34D6-99551AE01EC8}" dt="2026-05-04T00:39:25.077" v="183" actId="14100"/>
        <pc:sldMkLst>
          <pc:docMk/>
          <pc:sldMk cId="1262378765" sldId="264"/>
        </pc:sldMkLst>
        <pc:spChg chg="mod">
          <ac:chgData name="Dariyan Mallory" userId="S::z1974621@students.niu.edu::360c705b-ede8-4902-8a70-dd5183bb7b09" providerId="AD" clId="Web-{5F2899D2-2EF8-4C3E-34D6-99551AE01EC8}" dt="2026-05-04T00:39:10.436" v="179"/>
          <ac:spMkLst>
            <pc:docMk/>
            <pc:sldMk cId="1262378765" sldId="264"/>
            <ac:spMk id="2" creationId="{A1830D53-5CF2-4698-2FDE-A86C50124459}"/>
          </ac:spMkLst>
        </pc:spChg>
        <pc:spChg chg="del mod ord">
          <ac:chgData name="Dariyan Mallory" userId="S::z1974621@students.niu.edu::360c705b-ede8-4902-8a70-dd5183bb7b09" providerId="AD" clId="Web-{5F2899D2-2EF8-4C3E-34D6-99551AE01EC8}" dt="2026-05-04T00:38:15.468" v="171"/>
          <ac:spMkLst>
            <pc:docMk/>
            <pc:sldMk cId="1262378765" sldId="264"/>
            <ac:spMk id="3" creationId="{74F72D10-E24C-5466-DF6D-F07458337ECA}"/>
          </ac:spMkLst>
        </pc:spChg>
        <pc:spChg chg="add del">
          <ac:chgData name="Dariyan Mallory" userId="S::z1974621@students.niu.edu::360c705b-ede8-4902-8a70-dd5183bb7b09" providerId="AD" clId="Web-{5F2899D2-2EF8-4C3E-34D6-99551AE01EC8}" dt="2026-05-04T00:09:59.951" v="92"/>
          <ac:spMkLst>
            <pc:docMk/>
            <pc:sldMk cId="1262378765" sldId="264"/>
            <ac:spMk id="9" creationId="{B4AAD3FD-83A5-4B89-9F8F-01B8870865BE}"/>
          </ac:spMkLst>
        </pc:spChg>
        <pc:spChg chg="add del">
          <ac:chgData name="Dariyan Mallory" userId="S::z1974621@students.niu.edu::360c705b-ede8-4902-8a70-dd5183bb7b09" providerId="AD" clId="Web-{5F2899D2-2EF8-4C3E-34D6-99551AE01EC8}" dt="2026-05-04T00:09:59.951" v="92"/>
          <ac:spMkLst>
            <pc:docMk/>
            <pc:sldMk cId="1262378765" sldId="264"/>
            <ac:spMk id="11" creationId="{61752F1D-FC0F-4103-9584-630E643CCDA6}"/>
          </ac:spMkLst>
        </pc:spChg>
        <pc:spChg chg="add del">
          <ac:chgData name="Dariyan Mallory" userId="S::z1974621@students.niu.edu::360c705b-ede8-4902-8a70-dd5183bb7b09" providerId="AD" clId="Web-{5F2899D2-2EF8-4C3E-34D6-99551AE01EC8}" dt="2026-05-04T00:09:59.951" v="92"/>
          <ac:spMkLst>
            <pc:docMk/>
            <pc:sldMk cId="1262378765" sldId="264"/>
            <ac:spMk id="13" creationId="{70151CB7-E7DE-4917-B831-01DF9CE01306}"/>
          </ac:spMkLst>
        </pc:spChg>
        <pc:spChg chg="add del">
          <ac:chgData name="Dariyan Mallory" userId="S::z1974621@students.niu.edu::360c705b-ede8-4902-8a70-dd5183bb7b09" providerId="AD" clId="Web-{5F2899D2-2EF8-4C3E-34D6-99551AE01EC8}" dt="2026-05-04T00:09:59.951" v="92"/>
          <ac:spMkLst>
            <pc:docMk/>
            <pc:sldMk cId="1262378765" sldId="264"/>
            <ac:spMk id="15" creationId="{A92A1116-1C84-41DF-B803-1F7B0883EC82}"/>
          </ac:spMkLst>
        </pc:spChg>
        <pc:spChg chg="add del">
          <ac:chgData name="Dariyan Mallory" userId="S::z1974621@students.niu.edu::360c705b-ede8-4902-8a70-dd5183bb7b09" providerId="AD" clId="Web-{5F2899D2-2EF8-4C3E-34D6-99551AE01EC8}" dt="2026-05-04T00:10:02.919" v="94"/>
          <ac:spMkLst>
            <pc:docMk/>
            <pc:sldMk cId="1262378765" sldId="264"/>
            <ac:spMk id="19" creationId="{DE4D62F9-188E-4530-84C2-24BDEE4BEB82}"/>
          </ac:spMkLst>
        </pc:spChg>
        <pc:spChg chg="add del">
          <ac:chgData name="Dariyan Mallory" userId="S::z1974621@students.niu.edu::360c705b-ede8-4902-8a70-dd5183bb7b09" providerId="AD" clId="Web-{5F2899D2-2EF8-4C3E-34D6-99551AE01EC8}" dt="2026-05-04T00:10:02.919" v="94"/>
          <ac:spMkLst>
            <pc:docMk/>
            <pc:sldMk cId="1262378765" sldId="264"/>
            <ac:spMk id="21" creationId="{757B325C-3E35-45CF-9D07-3BCB281F3B9C}"/>
          </ac:spMkLst>
        </pc:spChg>
        <pc:spChg chg="add del">
          <ac:chgData name="Dariyan Mallory" userId="S::z1974621@students.niu.edu::360c705b-ede8-4902-8a70-dd5183bb7b09" providerId="AD" clId="Web-{5F2899D2-2EF8-4C3E-34D6-99551AE01EC8}" dt="2026-05-04T00:10:02.919" v="94"/>
          <ac:spMkLst>
            <pc:docMk/>
            <pc:sldMk cId="1262378765" sldId="264"/>
            <ac:spMk id="22" creationId="{4AC0CD9D-7610-4620-93B4-798CCD9AB581}"/>
          </ac:spMkLst>
        </pc:spChg>
        <pc:spChg chg="add del">
          <ac:chgData name="Dariyan Mallory" userId="S::z1974621@students.niu.edu::360c705b-ede8-4902-8a70-dd5183bb7b09" providerId="AD" clId="Web-{5F2899D2-2EF8-4C3E-34D6-99551AE01EC8}" dt="2026-05-04T00:10:02.919" v="94"/>
          <ac:spMkLst>
            <pc:docMk/>
            <pc:sldMk cId="1262378765" sldId="264"/>
            <ac:spMk id="23" creationId="{C24BEC42-AFF3-40D1-93A2-A27A42E1E23C}"/>
          </ac:spMkLst>
        </pc:spChg>
        <pc:spChg chg="add del">
          <ac:chgData name="Dariyan Mallory" userId="S::z1974621@students.niu.edu::360c705b-ede8-4902-8a70-dd5183bb7b09" providerId="AD" clId="Web-{5F2899D2-2EF8-4C3E-34D6-99551AE01EC8}" dt="2026-05-04T00:10:02.919" v="94"/>
          <ac:spMkLst>
            <pc:docMk/>
            <pc:sldMk cId="1262378765" sldId="264"/>
            <ac:spMk id="25" creationId="{608F427C-1EC9-4280-9367-F2B3AA063E82}"/>
          </ac:spMkLst>
        </pc:spChg>
        <pc:spChg chg="add del">
          <ac:chgData name="Dariyan Mallory" userId="S::z1974621@students.niu.edu::360c705b-ede8-4902-8a70-dd5183bb7b09" providerId="AD" clId="Web-{5F2899D2-2EF8-4C3E-34D6-99551AE01EC8}" dt="2026-05-04T00:10:02.919" v="94"/>
          <ac:spMkLst>
            <pc:docMk/>
            <pc:sldMk cId="1262378765" sldId="264"/>
            <ac:spMk id="27" creationId="{F98810A7-E114-447A-A7D6-69B27CFB5650}"/>
          </ac:spMkLst>
        </pc:spChg>
        <pc:spChg chg="add del">
          <ac:chgData name="Dariyan Mallory" userId="S::z1974621@students.niu.edu::360c705b-ede8-4902-8a70-dd5183bb7b09" providerId="AD" clId="Web-{5F2899D2-2EF8-4C3E-34D6-99551AE01EC8}" dt="2026-05-04T00:10:19.497" v="100"/>
          <ac:spMkLst>
            <pc:docMk/>
            <pc:sldMk cId="1262378765" sldId="264"/>
            <ac:spMk id="31" creationId="{989BE678-777B-482A-A616-FEDC47B162E5}"/>
          </ac:spMkLst>
        </pc:spChg>
        <pc:spChg chg="add del">
          <ac:chgData name="Dariyan Mallory" userId="S::z1974621@students.niu.edu::360c705b-ede8-4902-8a70-dd5183bb7b09" providerId="AD" clId="Web-{5F2899D2-2EF8-4C3E-34D6-99551AE01EC8}" dt="2026-05-04T00:10:19.497" v="100"/>
          <ac:spMkLst>
            <pc:docMk/>
            <pc:sldMk cId="1262378765" sldId="264"/>
            <ac:spMk id="34" creationId="{D28BE0C3-2102-4820-B88B-A448B1840D14}"/>
          </ac:spMkLst>
        </pc:spChg>
        <pc:spChg chg="add del">
          <ac:chgData name="Dariyan Mallory" userId="S::z1974621@students.niu.edu::360c705b-ede8-4902-8a70-dd5183bb7b09" providerId="AD" clId="Web-{5F2899D2-2EF8-4C3E-34D6-99551AE01EC8}" dt="2026-05-04T00:10:19.497" v="99"/>
          <ac:spMkLst>
            <pc:docMk/>
            <pc:sldMk cId="1262378765" sldId="264"/>
            <ac:spMk id="43" creationId="{989BE678-777B-482A-A616-FEDC47B162E5}"/>
          </ac:spMkLst>
        </pc:spChg>
        <pc:spChg chg="add del">
          <ac:chgData name="Dariyan Mallory" userId="S::z1974621@students.niu.edu::360c705b-ede8-4902-8a70-dd5183bb7b09" providerId="AD" clId="Web-{5F2899D2-2EF8-4C3E-34D6-99551AE01EC8}" dt="2026-05-04T00:10:19.497" v="99"/>
          <ac:spMkLst>
            <pc:docMk/>
            <pc:sldMk cId="1262378765" sldId="264"/>
            <ac:spMk id="49" creationId="{D28BE0C3-2102-4820-B88B-A448B1840D14}"/>
          </ac:spMkLst>
        </pc:spChg>
        <pc:spChg chg="add del">
          <ac:chgData name="Dariyan Mallory" userId="S::z1974621@students.niu.edu::360c705b-ede8-4902-8a70-dd5183bb7b09" providerId="AD" clId="Web-{5F2899D2-2EF8-4C3E-34D6-99551AE01EC8}" dt="2026-05-04T00:11:40.904" v="113"/>
          <ac:spMkLst>
            <pc:docMk/>
            <pc:sldMk cId="1262378765" sldId="264"/>
            <ac:spMk id="51" creationId="{5F3FC718-FDE3-4EF7-921E-A5F374EAF824}"/>
          </ac:spMkLst>
        </pc:spChg>
        <pc:spChg chg="add del">
          <ac:chgData name="Dariyan Mallory" userId="S::z1974621@students.niu.edu::360c705b-ede8-4902-8a70-dd5183bb7b09" providerId="AD" clId="Web-{5F2899D2-2EF8-4C3E-34D6-99551AE01EC8}" dt="2026-05-04T00:11:40.904" v="113"/>
          <ac:spMkLst>
            <pc:docMk/>
            <pc:sldMk cId="1262378765" sldId="264"/>
            <ac:spMk id="52" creationId="{FAA0F719-3DC8-4F08-AD8F-5A845658CB9D}"/>
          </ac:spMkLst>
        </pc:spChg>
        <pc:spChg chg="add del">
          <ac:chgData name="Dariyan Mallory" userId="S::z1974621@students.niu.edu::360c705b-ede8-4902-8a70-dd5183bb7b09" providerId="AD" clId="Web-{5F2899D2-2EF8-4C3E-34D6-99551AE01EC8}" dt="2026-05-04T00:11:40.904" v="113"/>
          <ac:spMkLst>
            <pc:docMk/>
            <pc:sldMk cId="1262378765" sldId="264"/>
            <ac:spMk id="53" creationId="{7DCB61BE-FA0F-4EFB-BE0E-268BAD8E30D6}"/>
          </ac:spMkLst>
        </pc:spChg>
        <pc:spChg chg="add del">
          <ac:chgData name="Dariyan Mallory" userId="S::z1974621@students.niu.edu::360c705b-ede8-4902-8a70-dd5183bb7b09" providerId="AD" clId="Web-{5F2899D2-2EF8-4C3E-34D6-99551AE01EC8}" dt="2026-05-04T00:11:40.904" v="113"/>
          <ac:spMkLst>
            <pc:docMk/>
            <pc:sldMk cId="1262378765" sldId="264"/>
            <ac:spMk id="54" creationId="{A4B31EAA-7423-46F7-9B90-4AB2B09C35C4}"/>
          </ac:spMkLst>
        </pc:spChg>
        <pc:spChg chg="add del">
          <ac:chgData name="Dariyan Mallory" userId="S::z1974621@students.niu.edu::360c705b-ede8-4902-8a70-dd5183bb7b09" providerId="AD" clId="Web-{5F2899D2-2EF8-4C3E-34D6-99551AE01EC8}" dt="2026-05-04T00:11:06.248" v="106"/>
          <ac:spMkLst>
            <pc:docMk/>
            <pc:sldMk cId="1262378765" sldId="264"/>
            <ac:spMk id="63" creationId="{4AC0CD9D-7610-4620-93B4-798CCD9AB581}"/>
          </ac:spMkLst>
        </pc:spChg>
        <pc:spChg chg="add del">
          <ac:chgData name="Dariyan Mallory" userId="S::z1974621@students.niu.edu::360c705b-ede8-4902-8a70-dd5183bb7b09" providerId="AD" clId="Web-{5F2899D2-2EF8-4C3E-34D6-99551AE01EC8}" dt="2026-05-04T00:11:06.248" v="106"/>
          <ac:spMkLst>
            <pc:docMk/>
            <pc:sldMk cId="1262378765" sldId="264"/>
            <ac:spMk id="71" creationId="{D67CA421-FA2B-47ED-A101-F8BBEBB2976B}"/>
          </ac:spMkLst>
        </pc:spChg>
        <pc:spChg chg="add del">
          <ac:chgData name="Dariyan Mallory" userId="S::z1974621@students.niu.edu::360c705b-ede8-4902-8a70-dd5183bb7b09" providerId="AD" clId="Web-{5F2899D2-2EF8-4C3E-34D6-99551AE01EC8}" dt="2026-05-04T00:11:06.248" v="106"/>
          <ac:spMkLst>
            <pc:docMk/>
            <pc:sldMk cId="1262378765" sldId="264"/>
            <ac:spMk id="73" creationId="{12425D82-CD5E-45A4-9542-70951E59F2D1}"/>
          </ac:spMkLst>
        </pc:spChg>
        <pc:spChg chg="add del">
          <ac:chgData name="Dariyan Mallory" userId="S::z1974621@students.niu.edu::360c705b-ede8-4902-8a70-dd5183bb7b09" providerId="AD" clId="Web-{5F2899D2-2EF8-4C3E-34D6-99551AE01EC8}" dt="2026-05-04T00:11:06.248" v="106"/>
          <ac:spMkLst>
            <pc:docMk/>
            <pc:sldMk cId="1262378765" sldId="264"/>
            <ac:spMk id="75" creationId="{221DB897-A621-4D5F-AC81-91199AC4370E}"/>
          </ac:spMkLst>
        </pc:spChg>
        <pc:spChg chg="add del">
          <ac:chgData name="Dariyan Mallory" userId="S::z1974621@students.niu.edu::360c705b-ede8-4902-8a70-dd5183bb7b09" providerId="AD" clId="Web-{5F2899D2-2EF8-4C3E-34D6-99551AE01EC8}" dt="2026-05-04T00:11:35.919" v="108"/>
          <ac:spMkLst>
            <pc:docMk/>
            <pc:sldMk cId="1262378765" sldId="264"/>
            <ac:spMk id="77" creationId="{F98810A7-E114-447A-A7D6-69B27CFB5650}"/>
          </ac:spMkLst>
        </pc:spChg>
        <pc:spChg chg="add del">
          <ac:chgData name="Dariyan Mallory" userId="S::z1974621@students.niu.edu::360c705b-ede8-4902-8a70-dd5183bb7b09" providerId="AD" clId="Web-{5F2899D2-2EF8-4C3E-34D6-99551AE01EC8}" dt="2026-05-04T00:11:35.919" v="108"/>
          <ac:spMkLst>
            <pc:docMk/>
            <pc:sldMk cId="1262378765" sldId="264"/>
            <ac:spMk id="80" creationId="{4AC0CD9D-7610-4620-93B4-798CCD9AB581}"/>
          </ac:spMkLst>
        </pc:spChg>
        <pc:spChg chg="add del">
          <ac:chgData name="Dariyan Mallory" userId="S::z1974621@students.niu.edu::360c705b-ede8-4902-8a70-dd5183bb7b09" providerId="AD" clId="Web-{5F2899D2-2EF8-4C3E-34D6-99551AE01EC8}" dt="2026-05-04T00:11:35.919" v="108"/>
          <ac:spMkLst>
            <pc:docMk/>
            <pc:sldMk cId="1262378765" sldId="264"/>
            <ac:spMk id="83" creationId="{DE4D62F9-188E-4530-84C2-24BDEE4BEB82}"/>
          </ac:spMkLst>
        </pc:spChg>
        <pc:spChg chg="add del">
          <ac:chgData name="Dariyan Mallory" userId="S::z1974621@students.niu.edu::360c705b-ede8-4902-8a70-dd5183bb7b09" providerId="AD" clId="Web-{5F2899D2-2EF8-4C3E-34D6-99551AE01EC8}" dt="2026-05-04T00:11:35.919" v="108"/>
          <ac:spMkLst>
            <pc:docMk/>
            <pc:sldMk cId="1262378765" sldId="264"/>
            <ac:spMk id="84" creationId="{757B325C-3E35-45CF-9D07-3BCB281F3B9C}"/>
          </ac:spMkLst>
        </pc:spChg>
        <pc:spChg chg="add del">
          <ac:chgData name="Dariyan Mallory" userId="S::z1974621@students.niu.edu::360c705b-ede8-4902-8a70-dd5183bb7b09" providerId="AD" clId="Web-{5F2899D2-2EF8-4C3E-34D6-99551AE01EC8}" dt="2026-05-04T00:11:35.919" v="108"/>
          <ac:spMkLst>
            <pc:docMk/>
            <pc:sldMk cId="1262378765" sldId="264"/>
            <ac:spMk id="85" creationId="{C24BEC42-AFF3-40D1-93A2-A27A42E1E23C}"/>
          </ac:spMkLst>
        </pc:spChg>
        <pc:spChg chg="add del">
          <ac:chgData name="Dariyan Mallory" userId="S::z1974621@students.niu.edu::360c705b-ede8-4902-8a70-dd5183bb7b09" providerId="AD" clId="Web-{5F2899D2-2EF8-4C3E-34D6-99551AE01EC8}" dt="2026-05-04T00:11:38.451" v="110"/>
          <ac:spMkLst>
            <pc:docMk/>
            <pc:sldMk cId="1262378765" sldId="264"/>
            <ac:spMk id="90" creationId="{4AC0CD9D-7610-4620-93B4-798CCD9AB581}"/>
          </ac:spMkLst>
        </pc:spChg>
        <pc:spChg chg="add del">
          <ac:chgData name="Dariyan Mallory" userId="S::z1974621@students.niu.edu::360c705b-ede8-4902-8a70-dd5183bb7b09" providerId="AD" clId="Web-{5F2899D2-2EF8-4C3E-34D6-99551AE01EC8}" dt="2026-05-04T00:11:38.451" v="110"/>
          <ac:spMkLst>
            <pc:docMk/>
            <pc:sldMk cId="1262378765" sldId="264"/>
            <ac:spMk id="93" creationId="{DE4D62F9-188E-4530-84C2-24BDEE4BEB82}"/>
          </ac:spMkLst>
        </pc:spChg>
        <pc:spChg chg="add del">
          <ac:chgData name="Dariyan Mallory" userId="S::z1974621@students.niu.edu::360c705b-ede8-4902-8a70-dd5183bb7b09" providerId="AD" clId="Web-{5F2899D2-2EF8-4C3E-34D6-99551AE01EC8}" dt="2026-05-04T00:11:38.451" v="110"/>
          <ac:spMkLst>
            <pc:docMk/>
            <pc:sldMk cId="1262378765" sldId="264"/>
            <ac:spMk id="94" creationId="{D67CA421-FA2B-47ED-A101-F8BBEBB2976B}"/>
          </ac:spMkLst>
        </pc:spChg>
        <pc:spChg chg="add del">
          <ac:chgData name="Dariyan Mallory" userId="S::z1974621@students.niu.edu::360c705b-ede8-4902-8a70-dd5183bb7b09" providerId="AD" clId="Web-{5F2899D2-2EF8-4C3E-34D6-99551AE01EC8}" dt="2026-05-04T00:11:38.451" v="110"/>
          <ac:spMkLst>
            <pc:docMk/>
            <pc:sldMk cId="1262378765" sldId="264"/>
            <ac:spMk id="95" creationId="{12425D82-CD5E-45A4-9542-70951E59F2D1}"/>
          </ac:spMkLst>
        </pc:spChg>
        <pc:spChg chg="add del">
          <ac:chgData name="Dariyan Mallory" userId="S::z1974621@students.niu.edu::360c705b-ede8-4902-8a70-dd5183bb7b09" providerId="AD" clId="Web-{5F2899D2-2EF8-4C3E-34D6-99551AE01EC8}" dt="2026-05-04T00:11:38.451" v="110"/>
          <ac:spMkLst>
            <pc:docMk/>
            <pc:sldMk cId="1262378765" sldId="264"/>
            <ac:spMk id="96" creationId="{221DB897-A621-4D5F-AC81-91199AC4370E}"/>
          </ac:spMkLst>
        </pc:spChg>
        <pc:spChg chg="add del">
          <ac:chgData name="Dariyan Mallory" userId="S::z1974621@students.niu.edu::360c705b-ede8-4902-8a70-dd5183bb7b09" providerId="AD" clId="Web-{5F2899D2-2EF8-4C3E-34D6-99551AE01EC8}" dt="2026-05-04T00:11:40.888" v="112"/>
          <ac:spMkLst>
            <pc:docMk/>
            <pc:sldMk cId="1262378765" sldId="264"/>
            <ac:spMk id="98" creationId="{B4AAD3FD-83A5-4B89-9F8F-01B8870865BE}"/>
          </ac:spMkLst>
        </pc:spChg>
        <pc:spChg chg="add del">
          <ac:chgData name="Dariyan Mallory" userId="S::z1974621@students.niu.edu::360c705b-ede8-4902-8a70-dd5183bb7b09" providerId="AD" clId="Web-{5F2899D2-2EF8-4C3E-34D6-99551AE01EC8}" dt="2026-05-04T00:11:40.888" v="112"/>
          <ac:spMkLst>
            <pc:docMk/>
            <pc:sldMk cId="1262378765" sldId="264"/>
            <ac:spMk id="99" creationId="{61752F1D-FC0F-4103-9584-630E643CCDA6}"/>
          </ac:spMkLst>
        </pc:spChg>
        <pc:spChg chg="add del">
          <ac:chgData name="Dariyan Mallory" userId="S::z1974621@students.niu.edu::360c705b-ede8-4902-8a70-dd5183bb7b09" providerId="AD" clId="Web-{5F2899D2-2EF8-4C3E-34D6-99551AE01EC8}" dt="2026-05-04T00:11:40.888" v="112"/>
          <ac:spMkLst>
            <pc:docMk/>
            <pc:sldMk cId="1262378765" sldId="264"/>
            <ac:spMk id="100" creationId="{70151CB7-E7DE-4917-B831-01DF9CE01306}"/>
          </ac:spMkLst>
        </pc:spChg>
        <pc:spChg chg="add del">
          <ac:chgData name="Dariyan Mallory" userId="S::z1974621@students.niu.edu::360c705b-ede8-4902-8a70-dd5183bb7b09" providerId="AD" clId="Web-{5F2899D2-2EF8-4C3E-34D6-99551AE01EC8}" dt="2026-05-04T00:11:40.888" v="112"/>
          <ac:spMkLst>
            <pc:docMk/>
            <pc:sldMk cId="1262378765" sldId="264"/>
            <ac:spMk id="101" creationId="{A92A1116-1C84-41DF-B803-1F7B0883EC82}"/>
          </ac:spMkLst>
        </pc:spChg>
        <pc:spChg chg="del">
          <ac:chgData name="Dariyan Mallory" userId="S::z1974621@students.niu.edu::360c705b-ede8-4902-8a70-dd5183bb7b09" providerId="AD" clId="Web-{5F2899D2-2EF8-4C3E-34D6-99551AE01EC8}" dt="2026-05-04T00:25:38.170" v="131"/>
          <ac:spMkLst>
            <pc:docMk/>
            <pc:sldMk cId="1262378765" sldId="264"/>
            <ac:spMk id="105" creationId="{4AC0CD9D-7610-4620-93B4-798CCD9AB581}"/>
          </ac:spMkLst>
        </pc:spChg>
        <pc:spChg chg="add del">
          <ac:chgData name="Dariyan Mallory" userId="S::z1974621@students.niu.edu::360c705b-ede8-4902-8a70-dd5183bb7b09" providerId="AD" clId="Web-{5F2899D2-2EF8-4C3E-34D6-99551AE01EC8}" dt="2026-05-04T00:25:38.170" v="131"/>
          <ac:spMkLst>
            <pc:docMk/>
            <pc:sldMk cId="1262378765" sldId="264"/>
            <ac:spMk id="108" creationId="{DE4D62F9-188E-4530-84C2-24BDEE4BEB82}"/>
          </ac:spMkLst>
        </pc:spChg>
        <pc:spChg chg="add del">
          <ac:chgData name="Dariyan Mallory" userId="S::z1974621@students.niu.edu::360c705b-ede8-4902-8a70-dd5183bb7b09" providerId="AD" clId="Web-{5F2899D2-2EF8-4C3E-34D6-99551AE01EC8}" dt="2026-05-04T00:25:38.170" v="131"/>
          <ac:spMkLst>
            <pc:docMk/>
            <pc:sldMk cId="1262378765" sldId="264"/>
            <ac:spMk id="109" creationId="{D67CA421-FA2B-47ED-A101-F8BBEBB2976B}"/>
          </ac:spMkLst>
        </pc:spChg>
        <pc:spChg chg="add del">
          <ac:chgData name="Dariyan Mallory" userId="S::z1974621@students.niu.edu::360c705b-ede8-4902-8a70-dd5183bb7b09" providerId="AD" clId="Web-{5F2899D2-2EF8-4C3E-34D6-99551AE01EC8}" dt="2026-05-04T00:25:38.170" v="131"/>
          <ac:spMkLst>
            <pc:docMk/>
            <pc:sldMk cId="1262378765" sldId="264"/>
            <ac:spMk id="110" creationId="{12425D82-CD5E-45A4-9542-70951E59F2D1}"/>
          </ac:spMkLst>
        </pc:spChg>
        <pc:spChg chg="add">
          <ac:chgData name="Dariyan Mallory" userId="S::z1974621@students.niu.edu::360c705b-ede8-4902-8a70-dd5183bb7b09" providerId="AD" clId="Web-{5F2899D2-2EF8-4C3E-34D6-99551AE01EC8}" dt="2026-05-04T00:11:40.904" v="113"/>
          <ac:spMkLst>
            <pc:docMk/>
            <pc:sldMk cId="1262378765" sldId="264"/>
            <ac:spMk id="111" creationId="{221DB897-A621-4D5F-AC81-91199AC4370E}"/>
          </ac:spMkLst>
        </pc:spChg>
        <pc:spChg chg="add del">
          <ac:chgData name="Dariyan Mallory" userId="S::z1974621@students.niu.edu::360c705b-ede8-4902-8a70-dd5183bb7b09" providerId="AD" clId="Web-{5F2899D2-2EF8-4C3E-34D6-99551AE01EC8}" dt="2026-05-04T00:38:23.265" v="173"/>
          <ac:spMkLst>
            <pc:docMk/>
            <pc:sldMk cId="1262378765" sldId="264"/>
            <ac:spMk id="116" creationId="{B4AAD3FD-83A5-4B89-9F8F-01B8870865BE}"/>
          </ac:spMkLst>
        </pc:spChg>
        <pc:spChg chg="add del">
          <ac:chgData name="Dariyan Mallory" userId="S::z1974621@students.niu.edu::360c705b-ede8-4902-8a70-dd5183bb7b09" providerId="AD" clId="Web-{5F2899D2-2EF8-4C3E-34D6-99551AE01EC8}" dt="2026-05-04T00:38:23.265" v="173"/>
          <ac:spMkLst>
            <pc:docMk/>
            <pc:sldMk cId="1262378765" sldId="264"/>
            <ac:spMk id="118" creationId="{61752F1D-FC0F-4103-9584-630E643CCDA6}"/>
          </ac:spMkLst>
        </pc:spChg>
        <pc:spChg chg="add del">
          <ac:chgData name="Dariyan Mallory" userId="S::z1974621@students.niu.edu::360c705b-ede8-4902-8a70-dd5183bb7b09" providerId="AD" clId="Web-{5F2899D2-2EF8-4C3E-34D6-99551AE01EC8}" dt="2026-05-04T00:38:23.265" v="173"/>
          <ac:spMkLst>
            <pc:docMk/>
            <pc:sldMk cId="1262378765" sldId="264"/>
            <ac:spMk id="120" creationId="{70151CB7-E7DE-4917-B831-01DF9CE01306}"/>
          </ac:spMkLst>
        </pc:spChg>
        <pc:spChg chg="add del">
          <ac:chgData name="Dariyan Mallory" userId="S::z1974621@students.niu.edu::360c705b-ede8-4902-8a70-dd5183bb7b09" providerId="AD" clId="Web-{5F2899D2-2EF8-4C3E-34D6-99551AE01EC8}" dt="2026-05-04T00:38:23.265" v="173"/>
          <ac:spMkLst>
            <pc:docMk/>
            <pc:sldMk cId="1262378765" sldId="264"/>
            <ac:spMk id="122" creationId="{A92A1116-1C84-41DF-B803-1F7B0883EC82}"/>
          </ac:spMkLst>
        </pc:spChg>
        <pc:spChg chg="add mod ord">
          <ac:chgData name="Dariyan Mallory" userId="S::z1974621@students.niu.edu::360c705b-ede8-4902-8a70-dd5183bb7b09" providerId="AD" clId="Web-{5F2899D2-2EF8-4C3E-34D6-99551AE01EC8}" dt="2026-05-04T00:39:10.436" v="179"/>
          <ac:spMkLst>
            <pc:docMk/>
            <pc:sldMk cId="1262378765" sldId="264"/>
            <ac:spMk id="126" creationId="{D4122A4A-CDE2-8246-F376-6719D12AA46A}"/>
          </ac:spMkLst>
        </pc:spChg>
        <pc:spChg chg="add">
          <ac:chgData name="Dariyan Mallory" userId="S::z1974621@students.niu.edu::360c705b-ede8-4902-8a70-dd5183bb7b09" providerId="AD" clId="Web-{5F2899D2-2EF8-4C3E-34D6-99551AE01EC8}" dt="2026-05-04T00:39:10.436" v="179"/>
          <ac:spMkLst>
            <pc:docMk/>
            <pc:sldMk cId="1262378765" sldId="264"/>
            <ac:spMk id="131" creationId="{61515115-95FB-41E0-86F3-8744438C09D0}"/>
          </ac:spMkLst>
        </pc:spChg>
        <pc:spChg chg="add">
          <ac:chgData name="Dariyan Mallory" userId="S::z1974621@students.niu.edu::360c705b-ede8-4902-8a70-dd5183bb7b09" providerId="AD" clId="Web-{5F2899D2-2EF8-4C3E-34D6-99551AE01EC8}" dt="2026-05-04T00:39:10.436" v="179"/>
          <ac:spMkLst>
            <pc:docMk/>
            <pc:sldMk cId="1262378765" sldId="264"/>
            <ac:spMk id="133" creationId="{8222A33F-BE2D-4D69-92A0-5DF8B17BAACA}"/>
          </ac:spMkLst>
        </pc:spChg>
        <pc:spChg chg="add">
          <ac:chgData name="Dariyan Mallory" userId="S::z1974621@students.niu.edu::360c705b-ede8-4902-8a70-dd5183bb7b09" providerId="AD" clId="Web-{5F2899D2-2EF8-4C3E-34D6-99551AE01EC8}" dt="2026-05-04T00:39:10.436" v="179"/>
          <ac:spMkLst>
            <pc:docMk/>
            <pc:sldMk cId="1262378765" sldId="264"/>
            <ac:spMk id="135" creationId="{CE1C74D0-9609-468A-9597-5D87C8A42B58}"/>
          </ac:spMkLst>
        </pc:spChg>
        <pc:spChg chg="add">
          <ac:chgData name="Dariyan Mallory" userId="S::z1974621@students.niu.edu::360c705b-ede8-4902-8a70-dd5183bb7b09" providerId="AD" clId="Web-{5F2899D2-2EF8-4C3E-34D6-99551AE01EC8}" dt="2026-05-04T00:39:10.436" v="179"/>
          <ac:spMkLst>
            <pc:docMk/>
            <pc:sldMk cId="1262378765" sldId="264"/>
            <ac:spMk id="137" creationId="{C137128D-E594-4905-9F76-E385F0831D60}"/>
          </ac:spMkLst>
        </pc:spChg>
        <pc:picChg chg="add del mod">
          <ac:chgData name="Dariyan Mallory" userId="S::z1974621@students.niu.edu::360c705b-ede8-4902-8a70-dd5183bb7b09" providerId="AD" clId="Web-{5F2899D2-2EF8-4C3E-34D6-99551AE01EC8}" dt="2026-05-04T00:10:24.029" v="101"/>
          <ac:picMkLst>
            <pc:docMk/>
            <pc:sldMk cId="1262378765" sldId="264"/>
            <ac:picMk id="4" creationId="{DCD2A858-BA9C-7E3A-59A7-52623A23B42E}"/>
          </ac:picMkLst>
        </pc:picChg>
        <pc:picChg chg="add del mod">
          <ac:chgData name="Dariyan Mallory" userId="S::z1974621@students.niu.edu::360c705b-ede8-4902-8a70-dd5183bb7b09" providerId="AD" clId="Web-{5F2899D2-2EF8-4C3E-34D6-99551AE01EC8}" dt="2026-05-04T00:10:32.216" v="103"/>
          <ac:picMkLst>
            <pc:docMk/>
            <pc:sldMk cId="1262378765" sldId="264"/>
            <ac:picMk id="5" creationId="{D65FB14E-6786-E2C4-9361-8813844D3215}"/>
          </ac:picMkLst>
        </pc:picChg>
        <pc:picChg chg="add del mod">
          <ac:chgData name="Dariyan Mallory" userId="S::z1974621@students.niu.edu::360c705b-ede8-4902-8a70-dd5183bb7b09" providerId="AD" clId="Web-{5F2899D2-2EF8-4C3E-34D6-99551AE01EC8}" dt="2026-05-04T00:31:02.217" v="141"/>
          <ac:picMkLst>
            <pc:docMk/>
            <pc:sldMk cId="1262378765" sldId="264"/>
            <ac:picMk id="6" creationId="{98028C7E-FB0E-7F82-B5D7-32118A0AE912}"/>
          </ac:picMkLst>
        </pc:picChg>
        <pc:picChg chg="add mod ord">
          <ac:chgData name="Dariyan Mallory" userId="S::z1974621@students.niu.edu::360c705b-ede8-4902-8a70-dd5183bb7b09" providerId="AD" clId="Web-{5F2899D2-2EF8-4C3E-34D6-99551AE01EC8}" dt="2026-05-04T00:39:25.077" v="183" actId="14100"/>
          <ac:picMkLst>
            <pc:docMk/>
            <pc:sldMk cId="1262378765" sldId="264"/>
            <ac:picMk id="7" creationId="{F16405F6-6B75-E083-CBFF-FCACE9B73B72}"/>
          </ac:picMkLst>
        </pc:picChg>
        <pc:picChg chg="add del">
          <ac:chgData name="Dariyan Mallory" userId="S::z1974621@students.niu.edu::360c705b-ede8-4902-8a70-dd5183bb7b09" providerId="AD" clId="Web-{5F2899D2-2EF8-4C3E-34D6-99551AE01EC8}" dt="2026-05-04T00:10:02.919" v="94"/>
          <ac:picMkLst>
            <pc:docMk/>
            <pc:sldMk cId="1262378765" sldId="264"/>
            <ac:picMk id="17" creationId="{69F01145-BEA3-4CBF-AA21-10077B948CA8}"/>
          </ac:picMkLst>
        </pc:picChg>
        <pc:picChg chg="del">
          <ac:chgData name="Dariyan Mallory" userId="S::z1974621@students.niu.edu::360c705b-ede8-4902-8a70-dd5183bb7b09" providerId="AD" clId="Web-{5F2899D2-2EF8-4C3E-34D6-99551AE01EC8}" dt="2026-05-04T00:10:02.919" v="94"/>
          <ac:picMkLst>
            <pc:docMk/>
            <pc:sldMk cId="1262378765" sldId="264"/>
            <ac:picMk id="24" creationId="{B9238B3E-24AA-439A-B527-6C5DF6D72145}"/>
          </ac:picMkLst>
        </pc:picChg>
        <pc:picChg chg="add del">
          <ac:chgData name="Dariyan Mallory" userId="S::z1974621@students.niu.edu::360c705b-ede8-4902-8a70-dd5183bb7b09" providerId="AD" clId="Web-{5F2899D2-2EF8-4C3E-34D6-99551AE01EC8}" dt="2026-05-04T00:10:19.497" v="100"/>
          <ac:picMkLst>
            <pc:docMk/>
            <pc:sldMk cId="1262378765" sldId="264"/>
            <ac:picMk id="29" creationId="{DF19BAF3-7E20-4B9D-B544-BABAEEA1FA75}"/>
          </ac:picMkLst>
        </pc:picChg>
        <pc:picChg chg="add">
          <ac:chgData name="Dariyan Mallory" userId="S::z1974621@students.niu.edu::360c705b-ede8-4902-8a70-dd5183bb7b09" providerId="AD" clId="Web-{5F2899D2-2EF8-4C3E-34D6-99551AE01EC8}" dt="2026-05-04T00:10:02.982" v="95"/>
          <ac:picMkLst>
            <pc:docMk/>
            <pc:sldMk cId="1262378765" sldId="264"/>
            <ac:picMk id="30" creationId="{950648F4-ABCD-4DF0-8641-76CFB2354721}"/>
          </ac:picMkLst>
        </pc:picChg>
        <pc:picChg chg="add">
          <ac:chgData name="Dariyan Mallory" userId="S::z1974621@students.niu.edu::360c705b-ede8-4902-8a70-dd5183bb7b09" providerId="AD" clId="Web-{5F2899D2-2EF8-4C3E-34D6-99551AE01EC8}" dt="2026-05-04T00:10:02.982" v="95"/>
          <ac:picMkLst>
            <pc:docMk/>
            <pc:sldMk cId="1262378765" sldId="264"/>
            <ac:picMk id="32" creationId="{CF1EB4BD-9C7E-4AA3-9681-C7EB0DA6250B}"/>
          </ac:picMkLst>
        </pc:picChg>
        <pc:picChg chg="add del">
          <ac:chgData name="Dariyan Mallory" userId="S::z1974621@students.niu.edu::360c705b-ede8-4902-8a70-dd5183bb7b09" providerId="AD" clId="Web-{5F2899D2-2EF8-4C3E-34D6-99551AE01EC8}" dt="2026-05-04T00:10:16.966" v="98"/>
          <ac:picMkLst>
            <pc:docMk/>
            <pc:sldMk cId="1262378765" sldId="264"/>
            <ac:picMk id="33" creationId="{94AAE3AA-3759-4D28-B0EF-575F25A5146C}"/>
          </ac:picMkLst>
        </pc:picChg>
        <pc:picChg chg="del">
          <ac:chgData name="Dariyan Mallory" userId="S::z1974621@students.niu.edu::360c705b-ede8-4902-8a70-dd5183bb7b09" providerId="AD" clId="Web-{5F2899D2-2EF8-4C3E-34D6-99551AE01EC8}" dt="2026-05-04T00:10:19.497" v="99"/>
          <ac:picMkLst>
            <pc:docMk/>
            <pc:sldMk cId="1262378765" sldId="264"/>
            <ac:picMk id="41" creationId="{950648F4-ABCD-4DF0-8641-76CFB2354721}"/>
          </ac:picMkLst>
        </pc:picChg>
        <pc:picChg chg="add del">
          <ac:chgData name="Dariyan Mallory" userId="S::z1974621@students.niu.edu::360c705b-ede8-4902-8a70-dd5183bb7b09" providerId="AD" clId="Web-{5F2899D2-2EF8-4C3E-34D6-99551AE01EC8}" dt="2026-05-04T00:10:19.497" v="99"/>
          <ac:picMkLst>
            <pc:docMk/>
            <pc:sldMk cId="1262378765" sldId="264"/>
            <ac:picMk id="45" creationId="{CF1EB4BD-9C7E-4AA3-9681-C7EB0DA6250B}"/>
          </ac:picMkLst>
        </pc:picChg>
      </pc:sldChg>
    </pc:docChg>
  </pc:docChgLst>
  <pc:docChgLst>
    <pc:chgData name="Khari Rogers" userId="S::z2039761@students.niu.edu::e6813f27-f9d4-4eb1-a9bb-60358d2d5f00" providerId="AD" clId="Web-{6A2011BF-8868-D675-76CD-2FBDC304CA99}"/>
    <pc:docChg chg="modSld">
      <pc:chgData name="Khari Rogers" userId="S::z2039761@students.niu.edu::e6813f27-f9d4-4eb1-a9bb-60358d2d5f00" providerId="AD" clId="Web-{6A2011BF-8868-D675-76CD-2FBDC304CA99}" dt="2026-05-04T00:25:48.042" v="16" actId="20577"/>
      <pc:docMkLst>
        <pc:docMk/>
      </pc:docMkLst>
      <pc:sldChg chg="modSp">
        <pc:chgData name="Khari Rogers" userId="S::z2039761@students.niu.edu::e6813f27-f9d4-4eb1-a9bb-60358d2d5f00" providerId="AD" clId="Web-{6A2011BF-8868-D675-76CD-2FBDC304CA99}" dt="2026-05-04T00:25:48.042" v="16" actId="20577"/>
        <pc:sldMkLst>
          <pc:docMk/>
          <pc:sldMk cId="429449463" sldId="257"/>
        </pc:sldMkLst>
        <pc:spChg chg="mod">
          <ac:chgData name="Khari Rogers" userId="S::z2039761@students.niu.edu::e6813f27-f9d4-4eb1-a9bb-60358d2d5f00" providerId="AD" clId="Web-{6A2011BF-8868-D675-76CD-2FBDC304CA99}" dt="2026-05-04T00:25:48.042" v="16" actId="20577"/>
          <ac:spMkLst>
            <pc:docMk/>
            <pc:sldMk cId="429449463" sldId="257"/>
            <ac:spMk id="3" creationId="{0E08905F-4827-BB91-0518-8BE6EA451FCB}"/>
          </ac:spMkLst>
        </pc:spChg>
      </pc:sldChg>
    </pc:docChg>
  </pc:docChgLst>
  <pc:docChgLst>
    <pc:chgData name="Kisean Richards" userId="S::z1964027@students.niu.edu::89c9156e-d7ed-4789-9116-4e834a61d097" providerId="AD" clId="Web-{454DD28E-45C5-DA44-8DD4-F198CE5917B1}"/>
    <pc:docChg chg="modSld">
      <pc:chgData name="Kisean Richards" userId="S::z1964027@students.niu.edu::89c9156e-d7ed-4789-9116-4e834a61d097" providerId="AD" clId="Web-{454DD28E-45C5-DA44-8DD4-F198CE5917B1}" dt="2026-05-04T18:05:15.058" v="723" actId="20577"/>
      <pc:docMkLst>
        <pc:docMk/>
      </pc:docMkLst>
      <pc:sldChg chg="addSp delSp modSp mod setBg setClrOvrMap">
        <pc:chgData name="Kisean Richards" userId="S::z1964027@students.niu.edu::89c9156e-d7ed-4789-9116-4e834a61d097" providerId="AD" clId="Web-{454DD28E-45C5-DA44-8DD4-F198CE5917B1}" dt="2026-05-04T18:04:21.808" v="712" actId="20577"/>
        <pc:sldMkLst>
          <pc:docMk/>
          <pc:sldMk cId="1631073941" sldId="258"/>
        </pc:sldMkLst>
        <pc:spChg chg="mod">
          <ac:chgData name="Kisean Richards" userId="S::z1964027@students.niu.edu::89c9156e-d7ed-4789-9116-4e834a61d097" providerId="AD" clId="Web-{454DD28E-45C5-DA44-8DD4-F198CE5917B1}" dt="2026-05-04T17:37:30.140" v="14" actId="1076"/>
          <ac:spMkLst>
            <pc:docMk/>
            <pc:sldMk cId="1631073941" sldId="258"/>
            <ac:spMk id="2" creationId="{7F3B913A-2974-EA18-B648-755D149644FE}"/>
          </ac:spMkLst>
        </pc:spChg>
        <pc:spChg chg="del">
          <ac:chgData name="Kisean Richards" userId="S::z1964027@students.niu.edu::89c9156e-d7ed-4789-9116-4e834a61d097" providerId="AD" clId="Web-{454DD28E-45C5-DA44-8DD4-F198CE5917B1}" dt="2026-05-04T17:29:44.275" v="5"/>
          <ac:spMkLst>
            <pc:docMk/>
            <pc:sldMk cId="1631073941" sldId="258"/>
            <ac:spMk id="3" creationId="{002B36E9-2244-2164-4A65-F71B7E61431F}"/>
          </ac:spMkLst>
        </pc:spChg>
        <pc:spChg chg="add del">
          <ac:chgData name="Kisean Richards" userId="S::z1964027@students.niu.edu::89c9156e-d7ed-4789-9116-4e834a61d097" providerId="AD" clId="Web-{454DD28E-45C5-DA44-8DD4-F198CE5917B1}" dt="2026-05-04T17:37:20.140" v="10"/>
          <ac:spMkLst>
            <pc:docMk/>
            <pc:sldMk cId="1631073941" sldId="258"/>
            <ac:spMk id="8" creationId="{5D1250D2-7740-E46A-8F5F-DEBF34CE5C4F}"/>
          </ac:spMkLst>
        </pc:spChg>
        <pc:spChg chg="add del">
          <ac:chgData name="Kisean Richards" userId="S::z1964027@students.niu.edu::89c9156e-d7ed-4789-9116-4e834a61d097" providerId="AD" clId="Web-{454DD28E-45C5-DA44-8DD4-F198CE5917B1}" dt="2026-05-04T17:37:20.140" v="10"/>
          <ac:spMkLst>
            <pc:docMk/>
            <pc:sldMk cId="1631073941" sldId="258"/>
            <ac:spMk id="11" creationId="{EE4E366E-272A-409E-840F-9A6A64A9E3FF}"/>
          </ac:spMkLst>
        </pc:spChg>
        <pc:spChg chg="add del">
          <ac:chgData name="Kisean Richards" userId="S::z1964027@students.niu.edu::89c9156e-d7ed-4789-9116-4e834a61d097" providerId="AD" clId="Web-{454DD28E-45C5-DA44-8DD4-F198CE5917B1}" dt="2026-05-04T17:37:20.140" v="10"/>
          <ac:spMkLst>
            <pc:docMk/>
            <pc:sldMk cId="1631073941" sldId="258"/>
            <ac:spMk id="13" creationId="{A721560C-E4AB-4287-A29C-3F6916794CB9}"/>
          </ac:spMkLst>
        </pc:spChg>
        <pc:spChg chg="add del">
          <ac:chgData name="Kisean Richards" userId="S::z1964027@students.niu.edu::89c9156e-d7ed-4789-9116-4e834a61d097" providerId="AD" clId="Web-{454DD28E-45C5-DA44-8DD4-F198CE5917B1}" dt="2026-05-04T17:37:20.140" v="10"/>
          <ac:spMkLst>
            <pc:docMk/>
            <pc:sldMk cId="1631073941" sldId="258"/>
            <ac:spMk id="15" creationId="{DF6CFF07-D953-4F9C-9A0E-E0A6AACB6158}"/>
          </ac:spMkLst>
        </pc:spChg>
        <pc:spChg chg="add del">
          <ac:chgData name="Kisean Richards" userId="S::z1964027@students.niu.edu::89c9156e-d7ed-4789-9116-4e834a61d097" providerId="AD" clId="Web-{454DD28E-45C5-DA44-8DD4-F198CE5917B1}" dt="2026-05-04T17:37:20.140" v="10"/>
          <ac:spMkLst>
            <pc:docMk/>
            <pc:sldMk cId="1631073941" sldId="258"/>
            <ac:spMk id="17" creationId="{DAA4FEEE-0B5F-41BF-825D-60F9FB089568}"/>
          </ac:spMkLst>
        </pc:spChg>
        <pc:spChg chg="add del">
          <ac:chgData name="Kisean Richards" userId="S::z1964027@students.niu.edu::89c9156e-d7ed-4789-9116-4e834a61d097" providerId="AD" clId="Web-{454DD28E-45C5-DA44-8DD4-F198CE5917B1}" dt="2026-05-04T17:37:23.921" v="12"/>
          <ac:spMkLst>
            <pc:docMk/>
            <pc:sldMk cId="1631073941" sldId="258"/>
            <ac:spMk id="19" creationId="{A93A089E-0A16-452C-B341-0F769780D262}"/>
          </ac:spMkLst>
        </pc:spChg>
        <pc:spChg chg="add del">
          <ac:chgData name="Kisean Richards" userId="S::z1964027@students.niu.edu::89c9156e-d7ed-4789-9116-4e834a61d097" providerId="AD" clId="Web-{454DD28E-45C5-DA44-8DD4-F198CE5917B1}" dt="2026-05-04T17:37:23.921" v="12"/>
          <ac:spMkLst>
            <pc:docMk/>
            <pc:sldMk cId="1631073941" sldId="258"/>
            <ac:spMk id="20" creationId="{11EC9C78-EE1B-9B49-939E-7874BEA3F3CB}"/>
          </ac:spMkLst>
        </pc:spChg>
        <pc:spChg chg="add">
          <ac:chgData name="Kisean Richards" userId="S::z1964027@students.niu.edu::89c9156e-d7ed-4789-9116-4e834a61d097" providerId="AD" clId="Web-{454DD28E-45C5-DA44-8DD4-F198CE5917B1}" dt="2026-05-04T17:37:23.937" v="13"/>
          <ac:spMkLst>
            <pc:docMk/>
            <pc:sldMk cId="1631073941" sldId="258"/>
            <ac:spMk id="22" creationId="{5F3FC718-FDE3-4EF7-921E-A5F374EAF824}"/>
          </ac:spMkLst>
        </pc:spChg>
        <pc:spChg chg="add">
          <ac:chgData name="Kisean Richards" userId="S::z1964027@students.niu.edu::89c9156e-d7ed-4789-9116-4e834a61d097" providerId="AD" clId="Web-{454DD28E-45C5-DA44-8DD4-F198CE5917B1}" dt="2026-05-04T17:37:23.937" v="13"/>
          <ac:spMkLst>
            <pc:docMk/>
            <pc:sldMk cId="1631073941" sldId="258"/>
            <ac:spMk id="23" creationId="{FAA0F719-3DC8-4F08-AD8F-5A845658CB9D}"/>
          </ac:spMkLst>
        </pc:spChg>
        <pc:spChg chg="add">
          <ac:chgData name="Kisean Richards" userId="S::z1964027@students.niu.edu::89c9156e-d7ed-4789-9116-4e834a61d097" providerId="AD" clId="Web-{454DD28E-45C5-DA44-8DD4-F198CE5917B1}" dt="2026-05-04T17:37:23.937" v="13"/>
          <ac:spMkLst>
            <pc:docMk/>
            <pc:sldMk cId="1631073941" sldId="258"/>
            <ac:spMk id="24" creationId="{7DCB61BE-FA0F-4EFB-BE0E-268BAD8E30D6}"/>
          </ac:spMkLst>
        </pc:spChg>
        <pc:spChg chg="add">
          <ac:chgData name="Kisean Richards" userId="S::z1964027@students.niu.edu::89c9156e-d7ed-4789-9116-4e834a61d097" providerId="AD" clId="Web-{454DD28E-45C5-DA44-8DD4-F198CE5917B1}" dt="2026-05-04T17:37:23.937" v="13"/>
          <ac:spMkLst>
            <pc:docMk/>
            <pc:sldMk cId="1631073941" sldId="258"/>
            <ac:spMk id="25" creationId="{A4B31EAA-7423-46F7-9B90-4AB2B09C35C4}"/>
          </ac:spMkLst>
        </pc:spChg>
        <pc:spChg chg="add mod">
          <ac:chgData name="Kisean Richards" userId="S::z1964027@students.niu.edu::89c9156e-d7ed-4789-9116-4e834a61d097" providerId="AD" clId="Web-{454DD28E-45C5-DA44-8DD4-F198CE5917B1}" dt="2026-05-04T18:04:21.808" v="712" actId="20577"/>
          <ac:spMkLst>
            <pc:docMk/>
            <pc:sldMk cId="1631073941" sldId="258"/>
            <ac:spMk id="26" creationId="{D36AF046-65FC-8755-20E6-2A6BB59BFDA0}"/>
          </ac:spMkLst>
        </pc:spChg>
        <pc:picChg chg="add mod ord">
          <ac:chgData name="Kisean Richards" userId="S::z1964027@students.niu.edu::89c9156e-d7ed-4789-9116-4e834a61d097" providerId="AD" clId="Web-{454DD28E-45C5-DA44-8DD4-F198CE5917B1}" dt="2026-05-04T17:37:49.249" v="21" actId="14100"/>
          <ac:picMkLst>
            <pc:docMk/>
            <pc:sldMk cId="1631073941" sldId="258"/>
            <ac:picMk id="4" creationId="{6A34E46B-7D43-E5C6-6D4D-92FD710EDFE8}"/>
          </ac:picMkLst>
        </pc:picChg>
      </pc:sldChg>
      <pc:sldChg chg="addSp delSp modSp">
        <pc:chgData name="Kisean Richards" userId="S::z1964027@students.niu.edu::89c9156e-d7ed-4789-9116-4e834a61d097" providerId="AD" clId="Web-{454DD28E-45C5-DA44-8DD4-F198CE5917B1}" dt="2026-05-04T17:26:49.556" v="4"/>
        <pc:sldMkLst>
          <pc:docMk/>
          <pc:sldMk cId="2973733868" sldId="259"/>
        </pc:sldMkLst>
        <pc:spChg chg="del">
          <ac:chgData name="Kisean Richards" userId="S::z1964027@students.niu.edu::89c9156e-d7ed-4789-9116-4e834a61d097" providerId="AD" clId="Web-{454DD28E-45C5-DA44-8DD4-F198CE5917B1}" dt="2026-05-04T17:26:03.212" v="0"/>
          <ac:spMkLst>
            <pc:docMk/>
            <pc:sldMk cId="2973733868" sldId="259"/>
            <ac:spMk id="3" creationId="{079D5A4C-4FDA-5C29-CE7C-5DA459B9B0E0}"/>
          </ac:spMkLst>
        </pc:spChg>
        <pc:spChg chg="add del mod">
          <ac:chgData name="Kisean Richards" userId="S::z1964027@students.niu.edu::89c9156e-d7ed-4789-9116-4e834a61d097" providerId="AD" clId="Web-{454DD28E-45C5-DA44-8DD4-F198CE5917B1}" dt="2026-05-04T17:26:16.853" v="2"/>
          <ac:spMkLst>
            <pc:docMk/>
            <pc:sldMk cId="2973733868" sldId="259"/>
            <ac:spMk id="6" creationId="{ECF7F786-E0F7-D3BA-ED40-3D121543F89D}"/>
          </ac:spMkLst>
        </pc:spChg>
        <pc:spChg chg="add del mod">
          <ac:chgData name="Kisean Richards" userId="S::z1964027@students.niu.edu::89c9156e-d7ed-4789-9116-4e834a61d097" providerId="AD" clId="Web-{454DD28E-45C5-DA44-8DD4-F198CE5917B1}" dt="2026-05-04T17:26:49.556" v="4"/>
          <ac:spMkLst>
            <pc:docMk/>
            <pc:sldMk cId="2973733868" sldId="259"/>
            <ac:spMk id="9" creationId="{7CBAF102-55BA-9E2F-3E1B-569201007F96}"/>
          </ac:spMkLst>
        </pc:spChg>
        <pc:picChg chg="add del mod ord">
          <ac:chgData name="Kisean Richards" userId="S::z1964027@students.niu.edu::89c9156e-d7ed-4789-9116-4e834a61d097" providerId="AD" clId="Web-{454DD28E-45C5-DA44-8DD4-F198CE5917B1}" dt="2026-05-04T17:26:05.556" v="1"/>
          <ac:picMkLst>
            <pc:docMk/>
            <pc:sldMk cId="2973733868" sldId="259"/>
            <ac:picMk id="4" creationId="{9B911E60-5175-3221-9B96-45964A510049}"/>
          </ac:picMkLst>
        </pc:picChg>
        <pc:picChg chg="add del mod ord">
          <ac:chgData name="Kisean Richards" userId="S::z1964027@students.niu.edu::89c9156e-d7ed-4789-9116-4e834a61d097" providerId="AD" clId="Web-{454DD28E-45C5-DA44-8DD4-F198CE5917B1}" dt="2026-05-04T17:26:18.181" v="3"/>
          <ac:picMkLst>
            <pc:docMk/>
            <pc:sldMk cId="2973733868" sldId="259"/>
            <ac:picMk id="7" creationId="{41D469E8-293C-149F-11A7-650FE239B2AB}"/>
          </ac:picMkLst>
        </pc:picChg>
        <pc:picChg chg="add mod ord">
          <ac:chgData name="Kisean Richards" userId="S::z1964027@students.niu.edu::89c9156e-d7ed-4789-9116-4e834a61d097" providerId="AD" clId="Web-{454DD28E-45C5-DA44-8DD4-F198CE5917B1}" dt="2026-05-04T17:26:49.556" v="4"/>
          <ac:picMkLst>
            <pc:docMk/>
            <pc:sldMk cId="2973733868" sldId="259"/>
            <ac:picMk id="10" creationId="{EEC5590F-A10F-B5F4-CB6C-05D33B826335}"/>
          </ac:picMkLst>
        </pc:picChg>
      </pc:sldChg>
      <pc:sldChg chg="modSp">
        <pc:chgData name="Kisean Richards" userId="S::z1964027@students.niu.edu::89c9156e-d7ed-4789-9116-4e834a61d097" providerId="AD" clId="Web-{454DD28E-45C5-DA44-8DD4-F198CE5917B1}" dt="2026-05-04T18:05:15.058" v="723" actId="20577"/>
        <pc:sldMkLst>
          <pc:docMk/>
          <pc:sldMk cId="3854503685" sldId="262"/>
        </pc:sldMkLst>
        <pc:spChg chg="mod">
          <ac:chgData name="Kisean Richards" userId="S::z1964027@students.niu.edu::89c9156e-d7ed-4789-9116-4e834a61d097" providerId="AD" clId="Web-{454DD28E-45C5-DA44-8DD4-F198CE5917B1}" dt="2026-05-04T18:05:15.058" v="723" actId="20577"/>
          <ac:spMkLst>
            <pc:docMk/>
            <pc:sldMk cId="3854503685" sldId="262"/>
            <ac:spMk id="3" creationId="{C60A6BC8-6CD5-AD98-8BD9-CB0856AD26DF}"/>
          </ac:spMkLst>
        </pc:spChg>
      </pc:sldChg>
      <pc:sldChg chg="modSp">
        <pc:chgData name="Kisean Richards" userId="S::z1964027@students.niu.edu::89c9156e-d7ed-4789-9116-4e834a61d097" providerId="AD" clId="Web-{454DD28E-45C5-DA44-8DD4-F198CE5917B1}" dt="2026-05-04T17:58:48.916" v="337" actId="20577"/>
        <pc:sldMkLst>
          <pc:docMk/>
          <pc:sldMk cId="3901413278" sldId="263"/>
        </pc:sldMkLst>
        <pc:spChg chg="mod">
          <ac:chgData name="Kisean Richards" userId="S::z1964027@students.niu.edu::89c9156e-d7ed-4789-9116-4e834a61d097" providerId="AD" clId="Web-{454DD28E-45C5-DA44-8DD4-F198CE5917B1}" dt="2026-05-04T17:58:48.916" v="337" actId="20577"/>
          <ac:spMkLst>
            <pc:docMk/>
            <pc:sldMk cId="3901413278" sldId="263"/>
            <ac:spMk id="3" creationId="{58C1FC64-0B19-61AE-B158-714B5B8214A5}"/>
          </ac:spMkLst>
        </pc:spChg>
      </pc:sldChg>
    </pc:docChg>
  </pc:docChgLst>
  <pc:docChgLst>
    <pc:chgData name="Ahmed Ahmed" userId="S::z1979319@students.niu.edu::0e4d1a66-38e1-4c1d-b959-d922af30cce0" providerId="AD" clId="Web-{4FE90FF9-E77D-B9DA-E2B7-A3D4D86F7F69}"/>
    <pc:docChg chg="addSld modSld">
      <pc:chgData name="Ahmed Ahmed" userId="S::z1979319@students.niu.edu::0e4d1a66-38e1-4c1d-b959-d922af30cce0" providerId="AD" clId="Web-{4FE90FF9-E77D-B9DA-E2B7-A3D4D86F7F69}" dt="2026-05-04T19:06:29.550" v="18"/>
      <pc:docMkLst>
        <pc:docMk/>
      </pc:docMkLst>
      <pc:sldChg chg="modSp">
        <pc:chgData name="Ahmed Ahmed" userId="S::z1979319@students.niu.edu::0e4d1a66-38e1-4c1d-b959-d922af30cce0" providerId="AD" clId="Web-{4FE90FF9-E77D-B9DA-E2B7-A3D4D86F7F69}" dt="2026-05-04T18:44:47.504" v="17" actId="1076"/>
        <pc:sldMkLst>
          <pc:docMk/>
          <pc:sldMk cId="1631073941" sldId="258"/>
        </pc:sldMkLst>
        <pc:spChg chg="mod">
          <ac:chgData name="Ahmed Ahmed" userId="S::z1979319@students.niu.edu::0e4d1a66-38e1-4c1d-b959-d922af30cce0" providerId="AD" clId="Web-{4FE90FF9-E77D-B9DA-E2B7-A3D4D86F7F69}" dt="2026-05-04T18:09:27.945" v="8" actId="1076"/>
          <ac:spMkLst>
            <pc:docMk/>
            <pc:sldMk cId="1631073941" sldId="258"/>
            <ac:spMk id="2" creationId="{7F3B913A-2974-EA18-B648-755D149644FE}"/>
          </ac:spMkLst>
        </pc:spChg>
        <pc:spChg chg="mod">
          <ac:chgData name="Ahmed Ahmed" userId="S::z1979319@students.niu.edu::0e4d1a66-38e1-4c1d-b959-d922af30cce0" providerId="AD" clId="Web-{4FE90FF9-E77D-B9DA-E2B7-A3D4D86F7F69}" dt="2026-05-04T18:44:47.504" v="17" actId="1076"/>
          <ac:spMkLst>
            <pc:docMk/>
            <pc:sldMk cId="1631073941" sldId="258"/>
            <ac:spMk id="26" creationId="{D36AF046-65FC-8755-20E6-2A6BB59BFDA0}"/>
          </ac:spMkLst>
        </pc:spChg>
      </pc:sldChg>
      <pc:sldChg chg="new">
        <pc:chgData name="Ahmed Ahmed" userId="S::z1979319@students.niu.edu::0e4d1a66-38e1-4c1d-b959-d922af30cce0" providerId="AD" clId="Web-{4FE90FF9-E77D-B9DA-E2B7-A3D4D86F7F69}" dt="2026-05-04T19:06:29.550" v="18"/>
        <pc:sldMkLst>
          <pc:docMk/>
          <pc:sldMk cId="1892575975" sldId="268"/>
        </pc:sldMkLst>
      </pc:sldChg>
    </pc:docChg>
  </pc:docChgLst>
  <pc:docChgLst>
    <pc:chgData name="Khari Rogers" userId="S::z2039761@students.niu.edu::e6813f27-f9d4-4eb1-a9bb-60358d2d5f00" providerId="AD" clId="Web-{C6586ED0-1FBA-95BF-9045-FA856FB5C760}"/>
    <pc:docChg chg="addSld delSld modSld sldOrd">
      <pc:chgData name="Khari Rogers" userId="S::z2039761@students.niu.edu::e6813f27-f9d4-4eb1-a9bb-60358d2d5f00" providerId="AD" clId="Web-{C6586ED0-1FBA-95BF-9045-FA856FB5C760}" dt="2026-05-04T19:08:19.263" v="377"/>
      <pc:docMkLst>
        <pc:docMk/>
      </pc:docMkLst>
      <pc:sldChg chg="addSp delSp modSp">
        <pc:chgData name="Khari Rogers" userId="S::z2039761@students.niu.edu::e6813f27-f9d4-4eb1-a9bb-60358d2d5f00" providerId="AD" clId="Web-{C6586ED0-1FBA-95BF-9045-FA856FB5C760}" dt="2026-05-04T18:08:31.843" v="106" actId="20577"/>
        <pc:sldMkLst>
          <pc:docMk/>
          <pc:sldMk cId="2973733868" sldId="259"/>
        </pc:sldMkLst>
        <pc:spChg chg="mod">
          <ac:chgData name="Khari Rogers" userId="S::z2039761@students.niu.edu::e6813f27-f9d4-4eb1-a9bb-60358d2d5f00" providerId="AD" clId="Web-{C6586ED0-1FBA-95BF-9045-FA856FB5C760}" dt="2026-05-04T18:01:40.389" v="72" actId="1076"/>
          <ac:spMkLst>
            <pc:docMk/>
            <pc:sldMk cId="2973733868" sldId="259"/>
            <ac:spMk id="2" creationId="{7140B6BF-72FC-F8F6-1D32-6BE709EB9265}"/>
          </ac:spMkLst>
        </pc:spChg>
        <pc:spChg chg="add del mod">
          <ac:chgData name="Khari Rogers" userId="S::z2039761@students.niu.edu::e6813f27-f9d4-4eb1-a9bb-60358d2d5f00" providerId="AD" clId="Web-{C6586ED0-1FBA-95BF-9045-FA856FB5C760}" dt="2026-05-04T17:46:44.229" v="29"/>
          <ac:spMkLst>
            <pc:docMk/>
            <pc:sldMk cId="2973733868" sldId="259"/>
            <ac:spMk id="11" creationId="{447CC23A-65AA-787F-824C-639577E32F9C}"/>
          </ac:spMkLst>
        </pc:spChg>
        <pc:spChg chg="add del">
          <ac:chgData name="Khari Rogers" userId="S::z2039761@students.niu.edu::e6813f27-f9d4-4eb1-a9bb-60358d2d5f00" providerId="AD" clId="Web-{C6586ED0-1FBA-95BF-9045-FA856FB5C760}" dt="2026-05-04T17:58:45.435" v="50"/>
          <ac:spMkLst>
            <pc:docMk/>
            <pc:sldMk cId="2973733868" sldId="259"/>
            <ac:spMk id="13" creationId="{6CCDE304-1026-C9DF-9D60-7C52EFD94B08}"/>
          </ac:spMkLst>
        </pc:spChg>
        <pc:spChg chg="add del mod">
          <ac:chgData name="Khari Rogers" userId="S::z2039761@students.niu.edu::e6813f27-f9d4-4eb1-a9bb-60358d2d5f00" providerId="AD" clId="Web-{C6586ED0-1FBA-95BF-9045-FA856FB5C760}" dt="2026-05-04T17:58:58.014" v="56"/>
          <ac:spMkLst>
            <pc:docMk/>
            <pc:sldMk cId="2973733868" sldId="259"/>
            <ac:spMk id="14" creationId="{A1939BAA-218F-53A4-EC7E-FA8F39E5AB6B}"/>
          </ac:spMkLst>
        </pc:spChg>
        <pc:spChg chg="add del">
          <ac:chgData name="Khari Rogers" userId="S::z2039761@students.niu.edu::e6813f27-f9d4-4eb1-a9bb-60358d2d5f00" providerId="AD" clId="Web-{C6586ED0-1FBA-95BF-9045-FA856FB5C760}" dt="2026-05-04T18:01:12.795" v="58"/>
          <ac:spMkLst>
            <pc:docMk/>
            <pc:sldMk cId="2973733868" sldId="259"/>
            <ac:spMk id="15" creationId="{997B60AE-8089-0200-1849-DE2E2D7AE7A5}"/>
          </ac:spMkLst>
        </pc:spChg>
        <pc:spChg chg="add mod">
          <ac:chgData name="Khari Rogers" userId="S::z2039761@students.niu.edu::e6813f27-f9d4-4eb1-a9bb-60358d2d5f00" providerId="AD" clId="Web-{C6586ED0-1FBA-95BF-9045-FA856FB5C760}" dt="2026-05-04T18:07:49.296" v="92" actId="20577"/>
          <ac:spMkLst>
            <pc:docMk/>
            <pc:sldMk cId="2973733868" sldId="259"/>
            <ac:spMk id="16" creationId="{B121D79B-6E5A-7946-05DB-9CCEBC307B6E}"/>
          </ac:spMkLst>
        </pc:spChg>
        <pc:spChg chg="add mod">
          <ac:chgData name="Khari Rogers" userId="S::z2039761@students.niu.edu::e6813f27-f9d4-4eb1-a9bb-60358d2d5f00" providerId="AD" clId="Web-{C6586ED0-1FBA-95BF-9045-FA856FB5C760}" dt="2026-05-04T18:08:31.843" v="106" actId="20577"/>
          <ac:spMkLst>
            <pc:docMk/>
            <pc:sldMk cId="2973733868" sldId="259"/>
            <ac:spMk id="17" creationId="{DEBBE577-9605-ED1B-98CB-C8166CB245E3}"/>
          </ac:spMkLst>
        </pc:spChg>
        <pc:picChg chg="add del mod">
          <ac:chgData name="Khari Rogers" userId="S::z2039761@students.niu.edu::e6813f27-f9d4-4eb1-a9bb-60358d2d5f00" providerId="AD" clId="Web-{C6586ED0-1FBA-95BF-9045-FA856FB5C760}" dt="2026-05-04T17:44:47.214" v="21"/>
          <ac:picMkLst>
            <pc:docMk/>
            <pc:sldMk cId="2973733868" sldId="259"/>
            <ac:picMk id="5" creationId="{F124BCA3-ACF4-C950-0436-2D75D6418E35}"/>
          </ac:picMkLst>
        </pc:picChg>
        <pc:picChg chg="del mod modCrop">
          <ac:chgData name="Khari Rogers" userId="S::z2039761@students.niu.edu::e6813f27-f9d4-4eb1-a9bb-60358d2d5f00" providerId="AD" clId="Web-{C6586ED0-1FBA-95BF-9045-FA856FB5C760}" dt="2026-05-04T17:46:15.354" v="28"/>
          <ac:picMkLst>
            <pc:docMk/>
            <pc:sldMk cId="2973733868" sldId="259"/>
            <ac:picMk id="10" creationId="{EEC5590F-A10F-B5F4-CB6C-05D33B826335}"/>
          </ac:picMkLst>
        </pc:picChg>
        <pc:picChg chg="add mod ord modCrop">
          <ac:chgData name="Khari Rogers" userId="S::z2039761@students.niu.edu::e6813f27-f9d4-4eb1-a9bb-60358d2d5f00" providerId="AD" clId="Web-{C6586ED0-1FBA-95BF-9045-FA856FB5C760}" dt="2026-05-04T18:01:42.530" v="73" actId="1076"/>
          <ac:picMkLst>
            <pc:docMk/>
            <pc:sldMk cId="2973733868" sldId="259"/>
            <ac:picMk id="12" creationId="{D1EF2335-825A-0D5F-177A-4FCA8FB64FD7}"/>
          </ac:picMkLst>
        </pc:picChg>
      </pc:sldChg>
      <pc:sldChg chg="addSp delSp modSp">
        <pc:chgData name="Khari Rogers" userId="S::z2039761@students.niu.edu::e6813f27-f9d4-4eb1-a9bb-60358d2d5f00" providerId="AD" clId="Web-{C6586ED0-1FBA-95BF-9045-FA856FB5C760}" dt="2026-05-04T18:48:47.837" v="376" actId="20577"/>
        <pc:sldMkLst>
          <pc:docMk/>
          <pc:sldMk cId="3519627093" sldId="261"/>
        </pc:sldMkLst>
        <pc:spChg chg="mod">
          <ac:chgData name="Khari Rogers" userId="S::z2039761@students.niu.edu::e6813f27-f9d4-4eb1-a9bb-60358d2d5f00" providerId="AD" clId="Web-{C6586ED0-1FBA-95BF-9045-FA856FB5C760}" dt="2026-05-04T18:36:36.335" v="193" actId="1076"/>
          <ac:spMkLst>
            <pc:docMk/>
            <pc:sldMk cId="3519627093" sldId="261"/>
            <ac:spMk id="2" creationId="{7B31B9F2-659E-CADD-6482-2AF7574B238E}"/>
          </ac:spMkLst>
        </pc:spChg>
        <pc:spChg chg="del">
          <ac:chgData name="Khari Rogers" userId="S::z2039761@students.niu.edu::e6813f27-f9d4-4eb1-a9bb-60358d2d5f00" providerId="AD" clId="Web-{C6586ED0-1FBA-95BF-9045-FA856FB5C760}" dt="2026-05-04T18:35:40.554" v="176"/>
          <ac:spMkLst>
            <pc:docMk/>
            <pc:sldMk cId="3519627093" sldId="261"/>
            <ac:spMk id="3" creationId="{BC66786B-AF7C-44B7-8211-887A5CC57397}"/>
          </ac:spMkLst>
        </pc:spChg>
        <pc:spChg chg="add del mod">
          <ac:chgData name="Khari Rogers" userId="S::z2039761@students.niu.edu::e6813f27-f9d4-4eb1-a9bb-60358d2d5f00" providerId="AD" clId="Web-{C6586ED0-1FBA-95BF-9045-FA856FB5C760}" dt="2026-05-04T18:36:17.210" v="181"/>
          <ac:spMkLst>
            <pc:docMk/>
            <pc:sldMk cId="3519627093" sldId="261"/>
            <ac:spMk id="6" creationId="{4E260F55-39D3-38A4-3272-214970FD91A4}"/>
          </ac:spMkLst>
        </pc:spChg>
        <pc:spChg chg="add del mod">
          <ac:chgData name="Khari Rogers" userId="S::z2039761@students.niu.edu::e6813f27-f9d4-4eb1-a9bb-60358d2d5f00" providerId="AD" clId="Web-{C6586ED0-1FBA-95BF-9045-FA856FB5C760}" dt="2026-05-04T18:38:25.742" v="220"/>
          <ac:spMkLst>
            <pc:docMk/>
            <pc:sldMk cId="3519627093" sldId="261"/>
            <ac:spMk id="11" creationId="{59C379E0-5D17-374E-9F36-D52D097F73F5}"/>
          </ac:spMkLst>
        </pc:spChg>
        <pc:spChg chg="add del mod">
          <ac:chgData name="Khari Rogers" userId="S::z2039761@students.niu.edu::e6813f27-f9d4-4eb1-a9bb-60358d2d5f00" providerId="AD" clId="Web-{C6586ED0-1FBA-95BF-9045-FA856FB5C760}" dt="2026-05-04T18:38:50.523" v="230"/>
          <ac:spMkLst>
            <pc:docMk/>
            <pc:sldMk cId="3519627093" sldId="261"/>
            <ac:spMk id="15" creationId="{B00A1F1D-34CD-73AA-4EC8-7A6E3142E3BF}"/>
          </ac:spMkLst>
        </pc:spChg>
        <pc:spChg chg="add del mod">
          <ac:chgData name="Khari Rogers" userId="S::z2039761@students.niu.edu::e6813f27-f9d4-4eb1-a9bb-60358d2d5f00" providerId="AD" clId="Web-{C6586ED0-1FBA-95BF-9045-FA856FB5C760}" dt="2026-05-04T18:40:15.148" v="260"/>
          <ac:spMkLst>
            <pc:docMk/>
            <pc:sldMk cId="3519627093" sldId="261"/>
            <ac:spMk id="23" creationId="{7DFE7B1C-FE71-C7E3-F813-83BB56CE28B0}"/>
          </ac:spMkLst>
        </pc:spChg>
        <pc:spChg chg="add mod">
          <ac:chgData name="Khari Rogers" userId="S::z2039761@students.niu.edu::e6813f27-f9d4-4eb1-a9bb-60358d2d5f00" providerId="AD" clId="Web-{C6586ED0-1FBA-95BF-9045-FA856FB5C760}" dt="2026-05-04T18:48:08.008" v="353" actId="20577"/>
          <ac:spMkLst>
            <pc:docMk/>
            <pc:sldMk cId="3519627093" sldId="261"/>
            <ac:spMk id="25" creationId="{C9BACE2B-DFFB-C5BF-5F25-1D001D9AECA4}"/>
          </ac:spMkLst>
        </pc:spChg>
        <pc:spChg chg="add mod">
          <ac:chgData name="Khari Rogers" userId="S::z2039761@students.niu.edu::e6813f27-f9d4-4eb1-a9bb-60358d2d5f00" providerId="AD" clId="Web-{C6586ED0-1FBA-95BF-9045-FA856FB5C760}" dt="2026-05-04T18:48:47.837" v="376" actId="20577"/>
          <ac:spMkLst>
            <pc:docMk/>
            <pc:sldMk cId="3519627093" sldId="261"/>
            <ac:spMk id="26" creationId="{CEC72C71-038F-2C1B-18A5-33AA48E0C457}"/>
          </ac:spMkLst>
        </pc:spChg>
        <pc:picChg chg="add del mod ord">
          <ac:chgData name="Khari Rogers" userId="S::z2039761@students.niu.edu::e6813f27-f9d4-4eb1-a9bb-60358d2d5f00" providerId="AD" clId="Web-{C6586ED0-1FBA-95BF-9045-FA856FB5C760}" dt="2026-05-04T18:35:52.648" v="180"/>
          <ac:picMkLst>
            <pc:docMk/>
            <pc:sldMk cId="3519627093" sldId="261"/>
            <ac:picMk id="4" creationId="{25DBEFF3-EC0C-EEED-A50A-B5222956B67F}"/>
          </ac:picMkLst>
        </pc:picChg>
        <pc:picChg chg="add del mod ord">
          <ac:chgData name="Khari Rogers" userId="S::z2039761@students.niu.edu::e6813f27-f9d4-4eb1-a9bb-60358d2d5f00" providerId="AD" clId="Web-{C6586ED0-1FBA-95BF-9045-FA856FB5C760}" dt="2026-05-04T18:38:11.648" v="217"/>
          <ac:picMkLst>
            <pc:docMk/>
            <pc:sldMk cId="3519627093" sldId="261"/>
            <ac:picMk id="7" creationId="{3CBF63CD-6656-88E6-A169-E043D7854CDA}"/>
          </ac:picMkLst>
        </pc:picChg>
        <pc:picChg chg="add del mod">
          <ac:chgData name="Khari Rogers" userId="S::z2039761@students.niu.edu::e6813f27-f9d4-4eb1-a9bb-60358d2d5f00" providerId="AD" clId="Web-{C6586ED0-1FBA-95BF-9045-FA856FB5C760}" dt="2026-05-04T18:37:17.679" v="206"/>
          <ac:picMkLst>
            <pc:docMk/>
            <pc:sldMk cId="3519627093" sldId="261"/>
            <ac:picMk id="8" creationId="{EAD0B0DF-FF84-5889-8BC0-EDD4401DB29A}"/>
          </ac:picMkLst>
        </pc:picChg>
        <pc:picChg chg="add del mod">
          <ac:chgData name="Khari Rogers" userId="S::z2039761@students.niu.edu::e6813f27-f9d4-4eb1-a9bb-60358d2d5f00" providerId="AD" clId="Web-{C6586ED0-1FBA-95BF-9045-FA856FB5C760}" dt="2026-05-04T18:38:12.335" v="218"/>
          <ac:picMkLst>
            <pc:docMk/>
            <pc:sldMk cId="3519627093" sldId="261"/>
            <ac:picMk id="9" creationId="{B15AD974-008B-1D1C-1DEA-D22545C867A6}"/>
          </ac:picMkLst>
        </pc:picChg>
        <pc:picChg chg="add del mod ord">
          <ac:chgData name="Khari Rogers" userId="S::z2039761@students.niu.edu::e6813f27-f9d4-4eb1-a9bb-60358d2d5f00" providerId="AD" clId="Web-{C6586ED0-1FBA-95BF-9045-FA856FB5C760}" dt="2026-05-04T18:38:39.570" v="229"/>
          <ac:picMkLst>
            <pc:docMk/>
            <pc:sldMk cId="3519627093" sldId="261"/>
            <ac:picMk id="12" creationId="{73F28702-10D7-E630-ADA2-C9BC76C963CA}"/>
          </ac:picMkLst>
        </pc:picChg>
        <pc:picChg chg="add del mod">
          <ac:chgData name="Khari Rogers" userId="S::z2039761@students.niu.edu::e6813f27-f9d4-4eb1-a9bb-60358d2d5f00" providerId="AD" clId="Web-{C6586ED0-1FBA-95BF-9045-FA856FB5C760}" dt="2026-05-04T18:38:39.398" v="228"/>
          <ac:picMkLst>
            <pc:docMk/>
            <pc:sldMk cId="3519627093" sldId="261"/>
            <ac:picMk id="13" creationId="{8041F897-8EFA-E1FA-F642-C17FA2C6240E}"/>
          </ac:picMkLst>
        </pc:picChg>
        <pc:picChg chg="add del mod ord">
          <ac:chgData name="Khari Rogers" userId="S::z2039761@students.niu.edu::e6813f27-f9d4-4eb1-a9bb-60358d2d5f00" providerId="AD" clId="Web-{C6586ED0-1FBA-95BF-9045-FA856FB5C760}" dt="2026-05-04T18:40:12.085" v="259"/>
          <ac:picMkLst>
            <pc:docMk/>
            <pc:sldMk cId="3519627093" sldId="261"/>
            <ac:picMk id="16" creationId="{051595AC-AFF2-BE73-CE91-C62A9D1BFBE6}"/>
          </ac:picMkLst>
        </pc:picChg>
        <pc:picChg chg="add mod">
          <ac:chgData name="Khari Rogers" userId="S::z2039761@students.niu.edu::e6813f27-f9d4-4eb1-a9bb-60358d2d5f00" providerId="AD" clId="Web-{C6586ED0-1FBA-95BF-9045-FA856FB5C760}" dt="2026-05-04T18:40:21.164" v="263" actId="1076"/>
          <ac:picMkLst>
            <pc:docMk/>
            <pc:sldMk cId="3519627093" sldId="261"/>
            <ac:picMk id="17" creationId="{EE33B63E-E6C6-74A9-A6BD-5CAA9C8EB829}"/>
          </ac:picMkLst>
        </pc:picChg>
        <pc:picChg chg="add mod">
          <ac:chgData name="Khari Rogers" userId="S::z2039761@students.niu.edu::e6813f27-f9d4-4eb1-a9bb-60358d2d5f00" providerId="AD" clId="Web-{C6586ED0-1FBA-95BF-9045-FA856FB5C760}" dt="2026-05-04T18:40:30.929" v="267" actId="1076"/>
          <ac:picMkLst>
            <pc:docMk/>
            <pc:sldMk cId="3519627093" sldId="261"/>
            <ac:picMk id="18" creationId="{0C0466A1-B86C-7AED-6E04-4D08D1DDE1E2}"/>
          </ac:picMkLst>
        </pc:picChg>
        <pc:picChg chg="add del mod">
          <ac:chgData name="Khari Rogers" userId="S::z2039761@students.niu.edu::e6813f27-f9d4-4eb1-a9bb-60358d2d5f00" providerId="AD" clId="Web-{C6586ED0-1FBA-95BF-9045-FA856FB5C760}" dt="2026-05-04T18:40:04.179" v="256"/>
          <ac:picMkLst>
            <pc:docMk/>
            <pc:sldMk cId="3519627093" sldId="261"/>
            <ac:picMk id="19" creationId="{0D1A6BB8-29AB-B4C5-4A61-BC5DCC65AB54}"/>
          </ac:picMkLst>
        </pc:picChg>
        <pc:picChg chg="add del mod">
          <ac:chgData name="Khari Rogers" userId="S::z2039761@students.niu.edu::e6813f27-f9d4-4eb1-a9bb-60358d2d5f00" providerId="AD" clId="Web-{C6586ED0-1FBA-95BF-9045-FA856FB5C760}" dt="2026-05-04T18:39:36.039" v="248"/>
          <ac:picMkLst>
            <pc:docMk/>
            <pc:sldMk cId="3519627093" sldId="261"/>
            <ac:picMk id="20" creationId="{350DBFC2-7E50-15E9-3557-DFBB7B403362}"/>
          </ac:picMkLst>
        </pc:picChg>
        <pc:picChg chg="add del mod">
          <ac:chgData name="Khari Rogers" userId="S::z2039761@students.niu.edu::e6813f27-f9d4-4eb1-a9bb-60358d2d5f00" providerId="AD" clId="Web-{C6586ED0-1FBA-95BF-9045-FA856FB5C760}" dt="2026-05-04T18:39:09.976" v="241"/>
          <ac:picMkLst>
            <pc:docMk/>
            <pc:sldMk cId="3519627093" sldId="261"/>
            <ac:picMk id="21" creationId="{9E0DAD2A-3309-80A1-9BB7-47EFA8CEFB52}"/>
          </ac:picMkLst>
        </pc:picChg>
      </pc:sldChg>
      <pc:sldChg chg="addSp delSp modSp add replId">
        <pc:chgData name="Khari Rogers" userId="S::z2039761@students.niu.edu::e6813f27-f9d4-4eb1-a9bb-60358d2d5f00" providerId="AD" clId="Web-{C6586ED0-1FBA-95BF-9045-FA856FB5C760}" dt="2026-05-04T18:21:19.861" v="175" actId="1076"/>
        <pc:sldMkLst>
          <pc:docMk/>
          <pc:sldMk cId="2420850075" sldId="265"/>
        </pc:sldMkLst>
        <pc:spChg chg="mod">
          <ac:chgData name="Khari Rogers" userId="S::z2039761@students.niu.edu::e6813f27-f9d4-4eb1-a9bb-60358d2d5f00" providerId="AD" clId="Web-{C6586ED0-1FBA-95BF-9045-FA856FB5C760}" dt="2026-05-04T18:11:07.141" v="112" actId="1076"/>
          <ac:spMkLst>
            <pc:docMk/>
            <pc:sldMk cId="2420850075" sldId="265"/>
            <ac:spMk id="2" creationId="{4421363A-34FB-4C9A-846A-A4902935EE27}"/>
          </ac:spMkLst>
        </pc:spChg>
        <pc:spChg chg="add del mod">
          <ac:chgData name="Khari Rogers" userId="S::z2039761@students.niu.edu::e6813f27-f9d4-4eb1-a9bb-60358d2d5f00" providerId="AD" clId="Web-{C6586ED0-1FBA-95BF-9045-FA856FB5C760}" dt="2026-05-04T17:48:11.120" v="41"/>
          <ac:spMkLst>
            <pc:docMk/>
            <pc:sldMk cId="2420850075" sldId="265"/>
            <ac:spMk id="4" creationId="{AB6AD261-1AC5-5363-FE32-81CFDE0B94C1}"/>
          </ac:spMkLst>
        </pc:spChg>
        <pc:spChg chg="add mod">
          <ac:chgData name="Khari Rogers" userId="S::z2039761@students.niu.edu::e6813f27-f9d4-4eb1-a9bb-60358d2d5f00" providerId="AD" clId="Web-{C6586ED0-1FBA-95BF-9045-FA856FB5C760}" dt="2026-05-04T18:13:32.782" v="147" actId="20577"/>
          <ac:spMkLst>
            <pc:docMk/>
            <pc:sldMk cId="2420850075" sldId="265"/>
            <ac:spMk id="6" creationId="{8D274FCF-C91A-C575-A668-2A98A8D23986}"/>
          </ac:spMkLst>
        </pc:spChg>
        <pc:spChg chg="add mod">
          <ac:chgData name="Khari Rogers" userId="S::z2039761@students.niu.edu::e6813f27-f9d4-4eb1-a9bb-60358d2d5f00" providerId="AD" clId="Web-{C6586ED0-1FBA-95BF-9045-FA856FB5C760}" dt="2026-05-04T18:13:30.079" v="144" actId="20577"/>
          <ac:spMkLst>
            <pc:docMk/>
            <pc:sldMk cId="2420850075" sldId="265"/>
            <ac:spMk id="7" creationId="{BEF57472-9D09-41ED-D41E-44C9C5068646}"/>
          </ac:spMkLst>
        </pc:spChg>
        <pc:spChg chg="add mod">
          <ac:chgData name="Khari Rogers" userId="S::z2039761@students.niu.edu::e6813f27-f9d4-4eb1-a9bb-60358d2d5f00" providerId="AD" clId="Web-{C6586ED0-1FBA-95BF-9045-FA856FB5C760}" dt="2026-05-04T18:20:13.643" v="161" actId="14100"/>
          <ac:spMkLst>
            <pc:docMk/>
            <pc:sldMk cId="2420850075" sldId="265"/>
            <ac:spMk id="8" creationId="{1113A88F-8B67-C6A1-F48A-AA15A85AD289}"/>
          </ac:spMkLst>
        </pc:spChg>
        <pc:spChg chg="add mod">
          <ac:chgData name="Khari Rogers" userId="S::z2039761@students.niu.edu::e6813f27-f9d4-4eb1-a9bb-60358d2d5f00" providerId="AD" clId="Web-{C6586ED0-1FBA-95BF-9045-FA856FB5C760}" dt="2026-05-04T18:21:19.861" v="175" actId="1076"/>
          <ac:spMkLst>
            <pc:docMk/>
            <pc:sldMk cId="2420850075" sldId="265"/>
            <ac:spMk id="9" creationId="{0A48DC79-AA0E-4FE9-9922-B7E6E426FFFD}"/>
          </ac:spMkLst>
        </pc:spChg>
        <pc:picChg chg="add mod ord modCrop">
          <ac:chgData name="Khari Rogers" userId="S::z2039761@students.niu.edu::e6813f27-f9d4-4eb1-a9bb-60358d2d5f00" providerId="AD" clId="Web-{C6586ED0-1FBA-95BF-9045-FA856FB5C760}" dt="2026-05-04T18:11:12.922" v="113" actId="1076"/>
          <ac:picMkLst>
            <pc:docMk/>
            <pc:sldMk cId="2420850075" sldId="265"/>
            <ac:picMk id="5" creationId="{2ACA66AB-EC40-81BE-D084-2DBF88185F8D}"/>
          </ac:picMkLst>
        </pc:picChg>
        <pc:picChg chg="del">
          <ac:chgData name="Khari Rogers" userId="S::z2039761@students.niu.edu::e6813f27-f9d4-4eb1-a9bb-60358d2d5f00" providerId="AD" clId="Web-{C6586ED0-1FBA-95BF-9045-FA856FB5C760}" dt="2026-05-04T17:48:05.433" v="40"/>
          <ac:picMkLst>
            <pc:docMk/>
            <pc:sldMk cId="2420850075" sldId="265"/>
            <ac:picMk id="12" creationId="{025BEF37-54CC-CCFA-9597-71551C3F247F}"/>
          </ac:picMkLst>
        </pc:picChg>
      </pc:sldChg>
      <pc:sldChg chg="addSp delSp modSp add ord replId">
        <pc:chgData name="Khari Rogers" userId="S::z2039761@students.niu.edu::e6813f27-f9d4-4eb1-a9bb-60358d2d5f00" providerId="AD" clId="Web-{C6586ED0-1FBA-95BF-9045-FA856FB5C760}" dt="2026-05-04T18:46:11.883" v="321" actId="20577"/>
        <pc:sldMkLst>
          <pc:docMk/>
          <pc:sldMk cId="47830100" sldId="266"/>
        </pc:sldMkLst>
        <pc:spChg chg="add del">
          <ac:chgData name="Khari Rogers" userId="S::z2039761@students.niu.edu::e6813f27-f9d4-4eb1-a9bb-60358d2d5f00" providerId="AD" clId="Web-{C6586ED0-1FBA-95BF-9045-FA856FB5C760}" dt="2026-05-04T18:43:51.805" v="278"/>
          <ac:spMkLst>
            <pc:docMk/>
            <pc:sldMk cId="47830100" sldId="266"/>
            <ac:spMk id="3" creationId="{2F6F4635-A72D-10B4-521E-8F4134C12627}"/>
          </ac:spMkLst>
        </pc:spChg>
        <pc:spChg chg="add mod">
          <ac:chgData name="Khari Rogers" userId="S::z2039761@students.niu.edu::e6813f27-f9d4-4eb1-a9bb-60358d2d5f00" providerId="AD" clId="Web-{C6586ED0-1FBA-95BF-9045-FA856FB5C760}" dt="2026-05-04T18:46:11.883" v="321" actId="20577"/>
          <ac:spMkLst>
            <pc:docMk/>
            <pc:sldMk cId="47830100" sldId="266"/>
            <ac:spMk id="5" creationId="{4ACAC821-6B04-D469-EF0B-932A6035E237}"/>
          </ac:spMkLst>
        </pc:spChg>
        <pc:spChg chg="add mod">
          <ac:chgData name="Khari Rogers" userId="S::z2039761@students.niu.edu::e6813f27-f9d4-4eb1-a9bb-60358d2d5f00" providerId="AD" clId="Web-{C6586ED0-1FBA-95BF-9045-FA856FB5C760}" dt="2026-05-04T18:46:09.743" v="319" actId="20577"/>
          <ac:spMkLst>
            <pc:docMk/>
            <pc:sldMk cId="47830100" sldId="266"/>
            <ac:spMk id="6" creationId="{98739F5D-E999-EB85-08A1-04B940573D92}"/>
          </ac:spMkLst>
        </pc:spChg>
        <pc:picChg chg="mod">
          <ac:chgData name="Khari Rogers" userId="S::z2039761@students.niu.edu::e6813f27-f9d4-4eb1-a9bb-60358d2d5f00" providerId="AD" clId="Web-{C6586ED0-1FBA-95BF-9045-FA856FB5C760}" dt="2026-05-04T18:40:45.648" v="272" actId="14100"/>
          <ac:picMkLst>
            <pc:docMk/>
            <pc:sldMk cId="47830100" sldId="266"/>
            <ac:picMk id="7" creationId="{5968403A-CCDD-6280-1A20-B5009B1FAC74}"/>
          </ac:picMkLst>
        </pc:picChg>
        <pc:picChg chg="mod">
          <ac:chgData name="Khari Rogers" userId="S::z2039761@students.niu.edu::e6813f27-f9d4-4eb1-a9bb-60358d2d5f00" providerId="AD" clId="Web-{C6586ED0-1FBA-95BF-9045-FA856FB5C760}" dt="2026-05-04T18:40:47.195" v="273" actId="1076"/>
          <ac:picMkLst>
            <pc:docMk/>
            <pc:sldMk cId="47830100" sldId="266"/>
            <ac:picMk id="9" creationId="{8FC21C59-368A-9915-5D65-2CA22B7DBF29}"/>
          </ac:picMkLst>
        </pc:picChg>
      </pc:sldChg>
      <pc:sldChg chg="new del">
        <pc:chgData name="Khari Rogers" userId="S::z2039761@students.niu.edu::e6813f27-f9d4-4eb1-a9bb-60358d2d5f00" providerId="AD" clId="Web-{C6586ED0-1FBA-95BF-9045-FA856FB5C760}" dt="2026-05-04T18:37:24.242" v="208"/>
        <pc:sldMkLst>
          <pc:docMk/>
          <pc:sldMk cId="3619187393" sldId="266"/>
        </pc:sldMkLst>
      </pc:sldChg>
      <pc:sldChg chg="new del">
        <pc:chgData name="Khari Rogers" userId="S::z2039761@students.niu.edu::e6813f27-f9d4-4eb1-a9bb-60358d2d5f00" providerId="AD" clId="Web-{C6586ED0-1FBA-95BF-9045-FA856FB5C760}" dt="2026-05-04T18:38:56.960" v="237"/>
        <pc:sldMkLst>
          <pc:docMk/>
          <pc:sldMk cId="226496610" sldId="267"/>
        </pc:sldMkLst>
      </pc:sldChg>
      <pc:sldChg chg="addSp delSp modSp add replId">
        <pc:chgData name="Khari Rogers" userId="S::z2039761@students.niu.edu::e6813f27-f9d4-4eb1-a9bb-60358d2d5f00" providerId="AD" clId="Web-{C6586ED0-1FBA-95BF-9045-FA856FB5C760}" dt="2026-05-04T18:47:14.618" v="336" actId="20577"/>
        <pc:sldMkLst>
          <pc:docMk/>
          <pc:sldMk cId="3739234312" sldId="267"/>
        </pc:sldMkLst>
        <pc:spChg chg="add del mod">
          <ac:chgData name="Khari Rogers" userId="S::z2039761@students.niu.edu::e6813f27-f9d4-4eb1-a9bb-60358d2d5f00" providerId="AD" clId="Web-{C6586ED0-1FBA-95BF-9045-FA856FB5C760}" dt="2026-05-04T18:45:40.930" v="309"/>
          <ac:spMkLst>
            <pc:docMk/>
            <pc:sldMk cId="3739234312" sldId="267"/>
            <ac:spMk id="4" creationId="{39DEFC2A-C0EE-2521-E540-239486561719}"/>
          </ac:spMkLst>
        </pc:spChg>
        <pc:spChg chg="add mod">
          <ac:chgData name="Khari Rogers" userId="S::z2039761@students.niu.edu::e6813f27-f9d4-4eb1-a9bb-60358d2d5f00" providerId="AD" clId="Web-{C6586ED0-1FBA-95BF-9045-FA856FB5C760}" dt="2026-05-04T18:46:06.899" v="318" actId="20577"/>
          <ac:spMkLst>
            <pc:docMk/>
            <pc:sldMk cId="3739234312" sldId="267"/>
            <ac:spMk id="12" creationId="{F2BA07DC-3D0F-A4EB-DADB-1B85EA06723E}"/>
          </ac:spMkLst>
        </pc:spChg>
        <pc:spChg chg="add mod">
          <ac:chgData name="Khari Rogers" userId="S::z2039761@students.niu.edu::e6813f27-f9d4-4eb1-a9bb-60358d2d5f00" providerId="AD" clId="Web-{C6586ED0-1FBA-95BF-9045-FA856FB5C760}" dt="2026-05-04T18:47:14.618" v="336" actId="20577"/>
          <ac:spMkLst>
            <pc:docMk/>
            <pc:sldMk cId="3739234312" sldId="267"/>
            <ac:spMk id="13" creationId="{1163086B-5C39-0A17-4E2D-7A507FCEDF8E}"/>
          </ac:spMkLst>
        </pc:spChg>
        <pc:picChg chg="add mod">
          <ac:chgData name="Khari Rogers" userId="S::z2039761@students.niu.edu::e6813f27-f9d4-4eb1-a9bb-60358d2d5f00" providerId="AD" clId="Web-{C6586ED0-1FBA-95BF-9045-FA856FB5C760}" dt="2026-05-04T18:39:57.960" v="253" actId="14100"/>
          <ac:picMkLst>
            <pc:docMk/>
            <pc:sldMk cId="3739234312" sldId="267"/>
            <ac:picMk id="6" creationId="{23F4A3F7-D66E-0A84-FE9F-EC7951B15268}"/>
          </ac:picMkLst>
        </pc:picChg>
        <pc:picChg chg="del">
          <ac:chgData name="Khari Rogers" userId="S::z2039761@students.niu.edu::e6813f27-f9d4-4eb1-a9bb-60358d2d5f00" providerId="AD" clId="Web-{C6586ED0-1FBA-95BF-9045-FA856FB5C760}" dt="2026-05-04T18:39:01.757" v="239"/>
          <ac:picMkLst>
            <pc:docMk/>
            <pc:sldMk cId="3739234312" sldId="267"/>
            <ac:picMk id="7" creationId="{6750B236-62EE-5F8E-C67E-B219D88C25D5}"/>
          </ac:picMkLst>
        </pc:picChg>
        <pc:picChg chg="del">
          <ac:chgData name="Khari Rogers" userId="S::z2039761@students.niu.edu::e6813f27-f9d4-4eb1-a9bb-60358d2d5f00" providerId="AD" clId="Web-{C6586ED0-1FBA-95BF-9045-FA856FB5C760}" dt="2026-05-04T18:39:02.492" v="240"/>
          <ac:picMkLst>
            <pc:docMk/>
            <pc:sldMk cId="3739234312" sldId="267"/>
            <ac:picMk id="9" creationId="{47A00337-4B18-A6FB-EAC9-BE8507F608DD}"/>
          </ac:picMkLst>
        </pc:picChg>
        <pc:picChg chg="add mod">
          <ac:chgData name="Khari Rogers" userId="S::z2039761@students.niu.edu::e6813f27-f9d4-4eb1-a9bb-60358d2d5f00" providerId="AD" clId="Web-{C6586ED0-1FBA-95BF-9045-FA856FB5C760}" dt="2026-05-04T18:40:01.992" v="255" actId="1076"/>
          <ac:picMkLst>
            <pc:docMk/>
            <pc:sldMk cId="3739234312" sldId="267"/>
            <ac:picMk id="10" creationId="{414545CF-70F4-2E0E-B844-69940E666F5D}"/>
          </ac:picMkLst>
        </pc:picChg>
      </pc:sldChg>
      <pc:sldChg chg="del">
        <pc:chgData name="Khari Rogers" userId="S::z2039761@students.niu.edu::e6813f27-f9d4-4eb1-a9bb-60358d2d5f00" providerId="AD" clId="Web-{C6586ED0-1FBA-95BF-9045-FA856FB5C760}" dt="2026-05-04T19:08:19.263" v="377"/>
        <pc:sldMkLst>
          <pc:docMk/>
          <pc:sldMk cId="1892575975" sldId="26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B39FD57-4B97-4F85-9F6F-47A96FA194F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3266324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0B39FD57-4B97-4F85-9F6F-47A96FA194F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1317424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39FD57-4B97-4F85-9F6F-47A96FA194F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2693246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B39FD57-4B97-4F85-9F6F-47A96FA194F4}" type="datetimeFigureOut">
              <a:rPr lang="en-US" smtClean="0"/>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4139436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B39FD57-4B97-4F85-9F6F-47A96FA194F4}" type="datetimeFigureOut">
              <a:rPr lang="en-US" smtClean="0"/>
              <a:t>7/30/2026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1295807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0B39FD57-4B97-4F85-9F6F-47A96FA194F4}" type="datetimeFigureOut">
              <a:rPr lang="en-US" smtClean="0"/>
              <a:t>7/30/2026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2668582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B39FD57-4B97-4F85-9F6F-47A96FA194F4}" type="datetimeFigureOut">
              <a:rPr lang="en-US" smtClean="0"/>
              <a:t>7/30/2026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1742222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B39FD57-4B97-4F85-9F6F-47A96FA194F4}" type="datetimeFigureOut">
              <a:rPr lang="en-US" smtClean="0"/>
              <a:t>7/30/2026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3181628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39FD57-4B97-4F85-9F6F-47A96FA194F4}" type="datetimeFigureOut">
              <a:rPr lang="en-US" smtClean="0"/>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876035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39FD57-4B97-4F85-9F6F-47A96FA194F4}" type="datetimeFigureOut">
              <a:rPr lang="en-US" smtClean="0"/>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3439184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B39FD57-4B97-4F85-9F6F-47A96FA194F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2672775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B39FD57-4B97-4F85-9F6F-47A96FA194F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A85A6E-57FA-41BD-8F5D-A6882E9583D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3291696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39FD57-4B97-4F85-9F6F-47A96FA194F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2774315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B39FD57-4B97-4F85-9F6F-47A96FA194F4}" type="datetimeFigureOut">
              <a:rPr lang="en-US" smtClean="0"/>
              <a:t>7/30/2026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1776330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B39FD57-4B97-4F85-9F6F-47A96FA194F4}" type="datetimeFigureOut">
              <a:rPr lang="en-US" smtClean="0"/>
              <a:t>7/30/2026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992836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39FD57-4B97-4F85-9F6F-47A96FA194F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12526283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39FD57-4B97-4F85-9F6F-47A96FA194F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A85A6E-57FA-41BD-8F5D-A6882E9583DF}" type="slidenum">
              <a:rPr lang="en-US" smtClean="0"/>
              <a:t>‹#›</a:t>
            </a:fld>
            <a:endParaRPr lang="en-US"/>
          </a:p>
        </p:txBody>
      </p:sp>
    </p:spTree>
    <p:extLst>
      <p:ext uri="{BB962C8B-B14F-4D97-AF65-F5344CB8AC3E}">
        <p14:creationId xmlns:p14="http://schemas.microsoft.com/office/powerpoint/2010/main" val="3078299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B39FD57-4B97-4F85-9F6F-47A96FA194F4}" type="datetimeFigureOut">
              <a:rPr lang="en-US" smtClean="0"/>
              <a:t>7/30/2026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0A85A6E-57FA-41BD-8F5D-A6882E9583DF}" type="slidenum">
              <a:rPr lang="en-US" smtClean="0"/>
              <a:t>‹#›</a:t>
            </a:fld>
            <a:endParaRPr lang="en-US"/>
          </a:p>
        </p:txBody>
      </p:sp>
    </p:spTree>
    <p:extLst>
      <p:ext uri="{BB962C8B-B14F-4D97-AF65-F5344CB8AC3E}">
        <p14:creationId xmlns:p14="http://schemas.microsoft.com/office/powerpoint/2010/main" val="141681898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F22A9-B741-2C14-10FE-B19EF3AA349F}"/>
              </a:ext>
            </a:extLst>
          </p:cNvPr>
          <p:cNvSpPr>
            <a:spLocks noGrp="1"/>
          </p:cNvSpPr>
          <p:nvPr>
            <p:ph type="ctrTitle"/>
          </p:nvPr>
        </p:nvSpPr>
        <p:spPr>
          <a:xfrm>
            <a:off x="1154955" y="953124"/>
            <a:ext cx="10417453" cy="3329581"/>
          </a:xfrm>
        </p:spPr>
        <p:txBody>
          <a:bodyPr/>
          <a:lstStyle/>
          <a:p>
            <a:r>
              <a:rPr lang="en-US"/>
              <a:t>Student Performance Data Analysis</a:t>
            </a:r>
          </a:p>
        </p:txBody>
      </p:sp>
    </p:spTree>
    <p:extLst>
      <p:ext uri="{BB962C8B-B14F-4D97-AF65-F5344CB8AC3E}">
        <p14:creationId xmlns:p14="http://schemas.microsoft.com/office/powerpoint/2010/main" val="3142813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00360-D3B7-0DFC-6083-EAFF84E39C4C}"/>
              </a:ext>
            </a:extLst>
          </p:cNvPr>
          <p:cNvSpPr>
            <a:spLocks noGrp="1"/>
          </p:cNvSpPr>
          <p:nvPr>
            <p:ph type="title"/>
          </p:nvPr>
        </p:nvSpPr>
        <p:spPr/>
        <p:txBody>
          <a:bodyPr/>
          <a:lstStyle/>
          <a:p>
            <a:r>
              <a:rPr lang="en-US"/>
              <a:t>Dataset: Student Performance Factors</a:t>
            </a:r>
          </a:p>
        </p:txBody>
      </p:sp>
      <p:sp>
        <p:nvSpPr>
          <p:cNvPr id="3" name="Content Placeholder 2">
            <a:extLst>
              <a:ext uri="{FF2B5EF4-FFF2-40B4-BE49-F238E27FC236}">
                <a16:creationId xmlns:a16="http://schemas.microsoft.com/office/drawing/2014/main" id="{0E08905F-4827-BB91-0518-8BE6EA451FCB}"/>
              </a:ext>
            </a:extLst>
          </p:cNvPr>
          <p:cNvSpPr>
            <a:spLocks noGrp="1"/>
          </p:cNvSpPr>
          <p:nvPr>
            <p:ph idx="1"/>
          </p:nvPr>
        </p:nvSpPr>
        <p:spPr/>
        <p:txBody>
          <a:bodyPr vert="horz" lIns="91440" tIns="45720" rIns="91440" bIns="45720" rtlCol="0" anchor="t">
            <a:normAutofit/>
          </a:bodyPr>
          <a:lstStyle/>
          <a:p>
            <a:r>
              <a:rPr lang="en-US"/>
              <a:t>Variables:</a:t>
            </a:r>
          </a:p>
          <a:p>
            <a:pPr lvl="1">
              <a:buFont typeface="Courier New" charset="2"/>
              <a:buChar char="o"/>
            </a:pPr>
            <a:r>
              <a:rPr lang="en-US"/>
              <a:t>Hours Studied </a:t>
            </a:r>
          </a:p>
          <a:p>
            <a:pPr lvl="1">
              <a:buFont typeface="Courier New" charset="2"/>
              <a:buChar char="o"/>
            </a:pPr>
            <a:r>
              <a:rPr lang="en-US"/>
              <a:t>Exam Score </a:t>
            </a:r>
          </a:p>
          <a:p>
            <a:pPr lvl="1">
              <a:buFont typeface="Courier New" charset="2"/>
              <a:buChar char="o"/>
            </a:pPr>
            <a:r>
              <a:rPr lang="en-US"/>
              <a:t>Attendance </a:t>
            </a:r>
          </a:p>
          <a:p>
            <a:pPr lvl="1">
              <a:buFont typeface="Courier New" charset="2"/>
              <a:buChar char="o"/>
            </a:pPr>
            <a:r>
              <a:rPr lang="en-US"/>
              <a:t>Motivation Level </a:t>
            </a:r>
          </a:p>
          <a:p>
            <a:pPr lvl="1">
              <a:buFont typeface="Courier New" charset="2"/>
              <a:buChar char="o"/>
            </a:pPr>
            <a:r>
              <a:rPr lang="en-US"/>
              <a:t>Family Income </a:t>
            </a:r>
          </a:p>
          <a:p>
            <a:pPr lvl="1">
              <a:buFont typeface="Courier New" charset="2"/>
              <a:buChar char="o"/>
            </a:pPr>
            <a:r>
              <a:rPr lang="en-US"/>
              <a:t>Parental Education</a:t>
            </a:r>
          </a:p>
          <a:p>
            <a:endParaRPr lang="en-US"/>
          </a:p>
        </p:txBody>
      </p:sp>
    </p:spTree>
    <p:extLst>
      <p:ext uri="{BB962C8B-B14F-4D97-AF65-F5344CB8AC3E}">
        <p14:creationId xmlns:p14="http://schemas.microsoft.com/office/powerpoint/2010/main" val="429449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3B913A-2974-EA18-B648-755D149644FE}"/>
              </a:ext>
            </a:extLst>
          </p:cNvPr>
          <p:cNvSpPr>
            <a:spLocks noGrp="1"/>
          </p:cNvSpPr>
          <p:nvPr>
            <p:ph type="title"/>
          </p:nvPr>
        </p:nvSpPr>
        <p:spPr>
          <a:xfrm>
            <a:off x="586346" y="107560"/>
            <a:ext cx="3108626" cy="1444752"/>
          </a:xfrm>
        </p:spPr>
        <p:txBody>
          <a:bodyPr anchor="b">
            <a:normAutofit/>
          </a:bodyPr>
          <a:lstStyle/>
          <a:p>
            <a:r>
              <a:rPr lang="en-US" sz="3200">
                <a:solidFill>
                  <a:srgbClr val="EBEBEB"/>
                </a:solidFill>
              </a:rPr>
              <a:t>Excel Visualizations</a:t>
            </a:r>
          </a:p>
        </p:txBody>
      </p:sp>
      <p:sp>
        <p:nvSpPr>
          <p:cNvPr id="23"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4" name="Freeform: Shape 23">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sp>
        <p:nvSpPr>
          <p:cNvPr id="25" name="Rectangle 24">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Content Placeholder 7">
            <a:extLst>
              <a:ext uri="{FF2B5EF4-FFF2-40B4-BE49-F238E27FC236}">
                <a16:creationId xmlns:a16="http://schemas.microsoft.com/office/drawing/2014/main" id="{D36AF046-65FC-8755-20E6-2A6BB59BFDA0}"/>
              </a:ext>
            </a:extLst>
          </p:cNvPr>
          <p:cNvSpPr>
            <a:spLocks noGrp="1"/>
          </p:cNvSpPr>
          <p:nvPr>
            <p:ph idx="1"/>
          </p:nvPr>
        </p:nvSpPr>
        <p:spPr>
          <a:xfrm>
            <a:off x="298799" y="2053389"/>
            <a:ext cx="4036744" cy="5300583"/>
          </a:xfrm>
        </p:spPr>
        <p:txBody>
          <a:bodyPr vert="horz" lIns="91440" tIns="45720" rIns="91440" bIns="45720" rtlCol="0" anchor="t">
            <a:noAutofit/>
          </a:bodyPr>
          <a:lstStyle/>
          <a:p>
            <a:r>
              <a:rPr lang="en-US">
                <a:solidFill>
                  <a:srgbClr val="FFFFFF"/>
                </a:solidFill>
                <a:ea typeface="+mj-lt"/>
                <a:cs typeface="+mj-lt"/>
              </a:rPr>
              <a:t>Created a dashboard to get an overall view of student performance </a:t>
            </a:r>
            <a:endParaRPr lang="en-US">
              <a:solidFill>
                <a:srgbClr val="FFFFFF"/>
              </a:solidFill>
            </a:endParaRPr>
          </a:p>
          <a:p>
            <a:pPr>
              <a:buClr>
                <a:srgbClr val="F7F7F7"/>
              </a:buClr>
            </a:pPr>
            <a:r>
              <a:rPr lang="en-US">
                <a:solidFill>
                  <a:srgbClr val="FFFFFF"/>
                </a:solidFill>
                <a:ea typeface="+mj-lt"/>
                <a:cs typeface="+mj-lt"/>
              </a:rPr>
              <a:t>Included exam score distribution, study hours, attendance, and motivation level </a:t>
            </a:r>
            <a:endParaRPr lang="en-US"/>
          </a:p>
          <a:p>
            <a:pPr>
              <a:buClr>
                <a:srgbClr val="F7F7F7"/>
              </a:buClr>
            </a:pPr>
            <a:r>
              <a:rPr lang="en-US">
                <a:solidFill>
                  <a:srgbClr val="FFFFFF"/>
                </a:solidFill>
                <a:ea typeface="+mj-lt"/>
                <a:cs typeface="+mj-lt"/>
              </a:rPr>
              <a:t>Identified trends showing higher study time and attendance lead to better exam scores </a:t>
            </a:r>
            <a:endParaRPr lang="en-US"/>
          </a:p>
          <a:p>
            <a:pPr>
              <a:buClr>
                <a:srgbClr val="F7F7F7"/>
              </a:buClr>
            </a:pPr>
            <a:endParaRPr lang="en-US">
              <a:solidFill>
                <a:srgbClr val="FFFFFF"/>
              </a:solidFill>
            </a:endParaRPr>
          </a:p>
          <a:p>
            <a:pPr>
              <a:buClr>
                <a:srgbClr val="F7F7F7"/>
              </a:buClr>
            </a:pPr>
            <a:endParaRPr lang="en-US">
              <a:solidFill>
                <a:srgbClr val="FFFFFF"/>
              </a:solidFill>
            </a:endParaRPr>
          </a:p>
          <a:p>
            <a:pPr>
              <a:buClr>
                <a:srgbClr val="F7F7F7"/>
              </a:buClr>
            </a:pPr>
            <a:endParaRPr lang="en-US" sz="1800">
              <a:solidFill>
                <a:srgbClr val="FFFFFF"/>
              </a:solidFill>
            </a:endParaRPr>
          </a:p>
          <a:p>
            <a:pPr>
              <a:buClr>
                <a:srgbClr val="F7F7F7"/>
              </a:buClr>
            </a:pPr>
            <a:endParaRPr lang="en-US" sz="1800">
              <a:solidFill>
                <a:srgbClr val="FFFFFF"/>
              </a:solidFill>
            </a:endParaRPr>
          </a:p>
        </p:txBody>
      </p:sp>
      <p:pic>
        <p:nvPicPr>
          <p:cNvPr id="4" name="Content Placeholder 3" descr="A screenshot of a computer&#10;&#10;AI-generated content may be incorrect.">
            <a:extLst>
              <a:ext uri="{FF2B5EF4-FFF2-40B4-BE49-F238E27FC236}">
                <a16:creationId xmlns:a16="http://schemas.microsoft.com/office/drawing/2014/main" id="{6A34E46B-7D43-E5C6-6D4D-92FD710EDFE8}"/>
              </a:ext>
            </a:extLst>
          </p:cNvPr>
          <p:cNvPicPr>
            <a:picLocks noChangeAspect="1"/>
          </p:cNvPicPr>
          <p:nvPr/>
        </p:nvPicPr>
        <p:blipFill>
          <a:blip r:embed="rId2"/>
          <a:stretch>
            <a:fillRect/>
          </a:stretch>
        </p:blipFill>
        <p:spPr>
          <a:xfrm>
            <a:off x="4334077" y="1020396"/>
            <a:ext cx="7662658" cy="5093433"/>
          </a:xfrm>
          <a:prstGeom prst="rect">
            <a:avLst/>
          </a:prstGeom>
          <a:effectLst/>
        </p:spPr>
      </p:pic>
    </p:spTree>
    <p:extLst>
      <p:ext uri="{BB962C8B-B14F-4D97-AF65-F5344CB8AC3E}">
        <p14:creationId xmlns:p14="http://schemas.microsoft.com/office/powerpoint/2010/main" val="1631073941"/>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0B6BF-72FC-F8F6-1D32-6BE709EB9265}"/>
              </a:ext>
            </a:extLst>
          </p:cNvPr>
          <p:cNvSpPr>
            <a:spLocks noGrp="1"/>
          </p:cNvSpPr>
          <p:nvPr>
            <p:ph type="title"/>
          </p:nvPr>
        </p:nvSpPr>
        <p:spPr>
          <a:xfrm>
            <a:off x="552532" y="171981"/>
            <a:ext cx="9404723" cy="1400530"/>
          </a:xfrm>
        </p:spPr>
        <p:txBody>
          <a:bodyPr/>
          <a:lstStyle/>
          <a:p>
            <a:r>
              <a:rPr lang="en-US"/>
              <a:t>POWER BI VISUALS</a:t>
            </a:r>
          </a:p>
        </p:txBody>
      </p:sp>
      <p:pic>
        <p:nvPicPr>
          <p:cNvPr id="12" name="Content Placeholder 11" descr="A screenshot of a computer&#10;&#10;AI-generated content may be incorrect.">
            <a:extLst>
              <a:ext uri="{FF2B5EF4-FFF2-40B4-BE49-F238E27FC236}">
                <a16:creationId xmlns:a16="http://schemas.microsoft.com/office/drawing/2014/main" id="{D1EF2335-825A-0D5F-177A-4FCA8FB64FD7}"/>
              </a:ext>
            </a:extLst>
          </p:cNvPr>
          <p:cNvPicPr>
            <a:picLocks noGrp="1" noChangeAspect="1"/>
          </p:cNvPicPr>
          <p:nvPr>
            <p:ph idx="1"/>
          </p:nvPr>
        </p:nvPicPr>
        <p:blipFill>
          <a:blip r:embed="rId2"/>
          <a:srcRect l="2602" t="51488" r="18216" b="11905"/>
          <a:stretch>
            <a:fillRect/>
          </a:stretch>
        </p:blipFill>
        <p:spPr>
          <a:xfrm>
            <a:off x="349531" y="1009080"/>
            <a:ext cx="11169319" cy="3228481"/>
          </a:xfrm>
          <a:prstGeom prst="rect">
            <a:avLst/>
          </a:prstGeom>
        </p:spPr>
      </p:pic>
      <p:sp>
        <p:nvSpPr>
          <p:cNvPr id="16" name="TextBox 15">
            <a:extLst>
              <a:ext uri="{FF2B5EF4-FFF2-40B4-BE49-F238E27FC236}">
                <a16:creationId xmlns:a16="http://schemas.microsoft.com/office/drawing/2014/main" id="{B121D79B-6E5A-7946-05DB-9CCEBC307B6E}"/>
              </a:ext>
            </a:extLst>
          </p:cNvPr>
          <p:cNvSpPr txBox="1"/>
          <p:nvPr/>
        </p:nvSpPr>
        <p:spPr>
          <a:xfrm>
            <a:off x="661736" y="4498473"/>
            <a:ext cx="477252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ea typeface="+mn-lt"/>
                <a:cs typeface="+mn-lt"/>
              </a:rPr>
              <a:t>Treemap</a:t>
            </a:r>
            <a:r>
              <a:rPr lang="en-US" b="1">
                <a:ea typeface="+mn-lt"/>
                <a:cs typeface="+mn-lt"/>
              </a:rPr>
              <a:t> </a:t>
            </a:r>
            <a:endParaRPr lang="en-US">
              <a:ea typeface="+mn-lt"/>
              <a:cs typeface="+mn-lt"/>
            </a:endParaRPr>
          </a:p>
          <a:p>
            <a:r>
              <a:rPr lang="en-US" b="1">
                <a:ea typeface="+mn-lt"/>
                <a:cs typeface="+mn-lt"/>
              </a:rPr>
              <a:t>(Access to Resources vs. Internet):</a:t>
            </a:r>
            <a:r>
              <a:rPr lang="en-US">
                <a:ea typeface="+mn-lt"/>
                <a:cs typeface="+mn-lt"/>
              </a:rPr>
              <a:t> Most students have medium resource access and internet; surprisingly. Important because it proves internet access isn't strictly tied to the lowest resource tiers.</a:t>
            </a:r>
            <a:endParaRPr lang="en-US"/>
          </a:p>
        </p:txBody>
      </p:sp>
      <p:sp>
        <p:nvSpPr>
          <p:cNvPr id="17" name="TextBox 16">
            <a:extLst>
              <a:ext uri="{FF2B5EF4-FFF2-40B4-BE49-F238E27FC236}">
                <a16:creationId xmlns:a16="http://schemas.microsoft.com/office/drawing/2014/main" id="{DEBBE577-9605-ED1B-98CB-C8166CB245E3}"/>
              </a:ext>
            </a:extLst>
          </p:cNvPr>
          <p:cNvSpPr txBox="1"/>
          <p:nvPr/>
        </p:nvSpPr>
        <p:spPr>
          <a:xfrm>
            <a:off x="6744368" y="4498472"/>
            <a:ext cx="47752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Line Chart (Sleep Hours vs. Exam Score):</a:t>
            </a:r>
            <a:r>
              <a:rPr lang="en-US">
                <a:ea typeface="+mn-lt"/>
                <a:cs typeface="+mn-lt"/>
              </a:rPr>
              <a:t> Performance follows a non-linear trend where scores peak between 6–9 hours of sleep and drop significantly at the 10-hour mark. Measures student well-being; important for identifying an "optimal sleep window".</a:t>
            </a:r>
            <a:endParaRPr lang="en-US"/>
          </a:p>
        </p:txBody>
      </p:sp>
    </p:spTree>
    <p:extLst>
      <p:ext uri="{BB962C8B-B14F-4D97-AF65-F5344CB8AC3E}">
        <p14:creationId xmlns:p14="http://schemas.microsoft.com/office/powerpoint/2010/main" val="2973733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112FA-C34F-A615-0423-EA65A597A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21363A-34FB-4C9A-846A-A4902935EE27}"/>
              </a:ext>
            </a:extLst>
          </p:cNvPr>
          <p:cNvSpPr>
            <a:spLocks noGrp="1"/>
          </p:cNvSpPr>
          <p:nvPr>
            <p:ph type="title"/>
          </p:nvPr>
        </p:nvSpPr>
        <p:spPr>
          <a:xfrm>
            <a:off x="499058" y="145244"/>
            <a:ext cx="9404723" cy="1400530"/>
          </a:xfrm>
        </p:spPr>
        <p:txBody>
          <a:bodyPr/>
          <a:lstStyle/>
          <a:p>
            <a:r>
              <a:rPr lang="en-US"/>
              <a:t>POWER BI VISUALS</a:t>
            </a:r>
          </a:p>
        </p:txBody>
      </p:sp>
      <p:pic>
        <p:nvPicPr>
          <p:cNvPr id="5" name="Content Placeholder 4" descr="A screenshot of a computer&#10;&#10;AI-generated content may be incorrect.">
            <a:extLst>
              <a:ext uri="{FF2B5EF4-FFF2-40B4-BE49-F238E27FC236}">
                <a16:creationId xmlns:a16="http://schemas.microsoft.com/office/drawing/2014/main" id="{2ACA66AB-EC40-81BE-D084-2DBF88185F8D}"/>
              </a:ext>
            </a:extLst>
          </p:cNvPr>
          <p:cNvPicPr>
            <a:picLocks noGrp="1" noChangeAspect="1"/>
          </p:cNvPicPr>
          <p:nvPr>
            <p:ph idx="1"/>
          </p:nvPr>
        </p:nvPicPr>
        <p:blipFill>
          <a:blip r:embed="rId2"/>
          <a:srcRect l="5702" t="20000" r="19079" b="47719"/>
          <a:stretch>
            <a:fillRect/>
          </a:stretch>
        </p:blipFill>
        <p:spPr>
          <a:xfrm>
            <a:off x="496582" y="982342"/>
            <a:ext cx="10360533" cy="2780636"/>
          </a:xfrm>
          <a:prstGeom prst="rect">
            <a:avLst/>
          </a:prstGeom>
        </p:spPr>
      </p:pic>
      <p:sp>
        <p:nvSpPr>
          <p:cNvPr id="6" name="TextBox 5">
            <a:extLst>
              <a:ext uri="{FF2B5EF4-FFF2-40B4-BE49-F238E27FC236}">
                <a16:creationId xmlns:a16="http://schemas.microsoft.com/office/drawing/2014/main" id="{8D274FCF-C91A-C575-A668-2A98A8D23986}"/>
              </a:ext>
            </a:extLst>
          </p:cNvPr>
          <p:cNvSpPr txBox="1"/>
          <p:nvPr/>
        </p:nvSpPr>
        <p:spPr>
          <a:xfrm>
            <a:off x="494632" y="3923631"/>
            <a:ext cx="2159001"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Column Chart (Disability Status):</a:t>
            </a:r>
            <a:r>
              <a:rPr lang="en-US" sz="1400">
                <a:ea typeface="+mn-lt"/>
                <a:cs typeface="+mn-lt"/>
              </a:rPr>
              <a:t> </a:t>
            </a:r>
          </a:p>
          <a:p>
            <a:endParaRPr lang="en-US" sz="1400">
              <a:ea typeface="+mn-lt"/>
              <a:cs typeface="+mn-lt"/>
            </a:endParaRPr>
          </a:p>
          <a:p>
            <a:r>
              <a:rPr lang="en-US" sz="1400">
                <a:ea typeface="+mn-lt"/>
                <a:cs typeface="+mn-lt"/>
              </a:rPr>
              <a:t>The achievement gap is minimal (only 1.5 points), indicating that institutional accommodations are effectively leveling the playing field for students with disabilities.</a:t>
            </a:r>
            <a:endParaRPr lang="en-US" sz="1400"/>
          </a:p>
        </p:txBody>
      </p:sp>
      <p:sp>
        <p:nvSpPr>
          <p:cNvPr id="7" name="TextBox 6">
            <a:extLst>
              <a:ext uri="{FF2B5EF4-FFF2-40B4-BE49-F238E27FC236}">
                <a16:creationId xmlns:a16="http://schemas.microsoft.com/office/drawing/2014/main" id="{BEF57472-9D09-41ED-D41E-44C9C5068646}"/>
              </a:ext>
            </a:extLst>
          </p:cNvPr>
          <p:cNvSpPr txBox="1"/>
          <p:nvPr/>
        </p:nvSpPr>
        <p:spPr>
          <a:xfrm>
            <a:off x="3048000" y="3923631"/>
            <a:ext cx="215499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Clustered Column Chart (Tutoring vs. Family Income):</a:t>
            </a:r>
            <a:r>
              <a:rPr lang="en-US" sz="1400">
                <a:ea typeface="+mn-lt"/>
                <a:cs typeface="+mn-lt"/>
              </a:rPr>
              <a:t> </a:t>
            </a:r>
          </a:p>
          <a:p>
            <a:endParaRPr lang="en-US" sz="1400">
              <a:ea typeface="+mn-lt"/>
              <a:cs typeface="+mn-lt"/>
            </a:endParaRPr>
          </a:p>
          <a:p>
            <a:r>
              <a:rPr lang="en-US" sz="1400">
                <a:ea typeface="+mn-lt"/>
                <a:cs typeface="+mn-lt"/>
              </a:rPr>
              <a:t>Medium-income students utilize the most tutoring sessions, while high-income students utilize the least, suggesting unique academic investment strategies.</a:t>
            </a:r>
            <a:endParaRPr lang="en-US" sz="1400"/>
          </a:p>
        </p:txBody>
      </p:sp>
      <p:sp>
        <p:nvSpPr>
          <p:cNvPr id="8" name="TextBox 7">
            <a:extLst>
              <a:ext uri="{FF2B5EF4-FFF2-40B4-BE49-F238E27FC236}">
                <a16:creationId xmlns:a16="http://schemas.microsoft.com/office/drawing/2014/main" id="{1113A88F-8B67-C6A1-F48A-AA15A85AD289}"/>
              </a:ext>
            </a:extLst>
          </p:cNvPr>
          <p:cNvSpPr txBox="1"/>
          <p:nvPr/>
        </p:nvSpPr>
        <p:spPr>
          <a:xfrm>
            <a:off x="5567948" y="3923631"/>
            <a:ext cx="2175043"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Scatter Plot (Attendance vs. Exam Score):</a:t>
            </a:r>
            <a:r>
              <a:rPr lang="en-US" sz="1400">
                <a:ea typeface="+mn-lt"/>
                <a:cs typeface="+mn-lt"/>
              </a:rPr>
              <a:t> </a:t>
            </a:r>
          </a:p>
          <a:p>
            <a:endParaRPr lang="en-US" sz="1400">
              <a:ea typeface="+mn-lt"/>
              <a:cs typeface="+mn-lt"/>
            </a:endParaRPr>
          </a:p>
          <a:p>
            <a:r>
              <a:rPr lang="en-US" sz="1400">
                <a:ea typeface="+mn-lt"/>
                <a:cs typeface="+mn-lt"/>
              </a:rPr>
              <a:t>Higher attendance correlates with better scores, but high parental involvement provides a consistent performance boost regardless of attendance levels.</a:t>
            </a:r>
            <a:endParaRPr lang="en-US" sz="1400"/>
          </a:p>
        </p:txBody>
      </p:sp>
      <p:sp>
        <p:nvSpPr>
          <p:cNvPr id="9" name="TextBox 8">
            <a:extLst>
              <a:ext uri="{FF2B5EF4-FFF2-40B4-BE49-F238E27FC236}">
                <a16:creationId xmlns:a16="http://schemas.microsoft.com/office/drawing/2014/main" id="{0A48DC79-AA0E-4FE9-9922-B7E6E426FFFD}"/>
              </a:ext>
            </a:extLst>
          </p:cNvPr>
          <p:cNvSpPr txBox="1"/>
          <p:nvPr/>
        </p:nvSpPr>
        <p:spPr>
          <a:xfrm>
            <a:off x="8475579" y="4037263"/>
            <a:ext cx="2382253"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Matrix (Parent Education vs. School Type):</a:t>
            </a:r>
            <a:r>
              <a:rPr lang="en-US" sz="1400">
                <a:ea typeface="+mn-lt"/>
                <a:cs typeface="+mn-lt"/>
              </a:rPr>
              <a:t> </a:t>
            </a:r>
          </a:p>
          <a:p>
            <a:endParaRPr lang="en-US" sz="1400">
              <a:ea typeface="+mn-lt"/>
              <a:cs typeface="+mn-lt"/>
            </a:endParaRPr>
          </a:p>
          <a:p>
            <a:r>
              <a:rPr lang="en-US" sz="1400">
                <a:ea typeface="+mn-lt"/>
                <a:cs typeface="+mn-lt"/>
              </a:rPr>
              <a:t>Parental background is a stronger predictor of success than school type; private schools do not guarantee higher scores for students with less-educated parents.</a:t>
            </a:r>
            <a:endParaRPr lang="en-US" sz="1400"/>
          </a:p>
        </p:txBody>
      </p:sp>
    </p:spTree>
    <p:extLst>
      <p:ext uri="{BB962C8B-B14F-4D97-AF65-F5344CB8AC3E}">
        <p14:creationId xmlns:p14="http://schemas.microsoft.com/office/powerpoint/2010/main" val="2420850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9" name="Rectangle 138">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F95A8E-35F8-FF63-0835-26C95C146624}"/>
              </a:ext>
            </a:extLst>
          </p:cNvPr>
          <p:cNvSpPr>
            <a:spLocks noGrp="1"/>
          </p:cNvSpPr>
          <p:nvPr>
            <p:ph type="title"/>
          </p:nvPr>
        </p:nvSpPr>
        <p:spPr>
          <a:xfrm>
            <a:off x="648931" y="629266"/>
            <a:ext cx="4166510" cy="1622321"/>
          </a:xfrm>
        </p:spPr>
        <p:txBody>
          <a:bodyPr vert="horz" lIns="91440" tIns="45720" rIns="91440" bIns="45720" rtlCol="0">
            <a:normAutofit/>
          </a:bodyPr>
          <a:lstStyle/>
          <a:p>
            <a:r>
              <a:rPr lang="en-US">
                <a:solidFill>
                  <a:srgbClr val="EBEBEB"/>
                </a:solidFill>
              </a:rPr>
              <a:t>TABLEAU VISUALS</a:t>
            </a:r>
          </a:p>
        </p:txBody>
      </p:sp>
      <p:sp>
        <p:nvSpPr>
          <p:cNvPr id="141"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3" name="Freeform: Shape 14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pic>
        <p:nvPicPr>
          <p:cNvPr id="18" name="Content Placeholder 17" descr="A screenshot of a computer&#10;&#10;AI-generated content may be incorrect.">
            <a:extLst>
              <a:ext uri="{FF2B5EF4-FFF2-40B4-BE49-F238E27FC236}">
                <a16:creationId xmlns:a16="http://schemas.microsoft.com/office/drawing/2014/main" id="{6ACCBD66-B50F-D6E7-1412-8647E3906773}"/>
              </a:ext>
            </a:extLst>
          </p:cNvPr>
          <p:cNvPicPr>
            <a:picLocks noChangeAspect="1"/>
          </p:cNvPicPr>
          <p:nvPr/>
        </p:nvPicPr>
        <p:blipFill>
          <a:blip r:embed="rId2"/>
          <a:stretch>
            <a:fillRect/>
          </a:stretch>
        </p:blipFill>
        <p:spPr>
          <a:xfrm>
            <a:off x="5556110" y="1145426"/>
            <a:ext cx="6637712" cy="5698942"/>
          </a:xfrm>
          <a:prstGeom prst="rect">
            <a:avLst/>
          </a:prstGeom>
          <a:effectLst/>
        </p:spPr>
      </p:pic>
      <p:sp>
        <p:nvSpPr>
          <p:cNvPr id="144" name="Rectangle 143">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4" name="Content Placeholder 21">
            <a:extLst>
              <a:ext uri="{FF2B5EF4-FFF2-40B4-BE49-F238E27FC236}">
                <a16:creationId xmlns:a16="http://schemas.microsoft.com/office/drawing/2014/main" id="{2E326BA2-2323-2AD9-1C8A-C05410790EC5}"/>
              </a:ext>
            </a:extLst>
          </p:cNvPr>
          <p:cNvSpPr>
            <a:spLocks noGrp="1"/>
          </p:cNvSpPr>
          <p:nvPr>
            <p:ph idx="1"/>
          </p:nvPr>
        </p:nvSpPr>
        <p:spPr>
          <a:xfrm>
            <a:off x="648931" y="2438400"/>
            <a:ext cx="4166509" cy="3785419"/>
          </a:xfrm>
        </p:spPr>
        <p:txBody>
          <a:bodyPr vert="horz" lIns="91440" tIns="45720" rIns="91440" bIns="45720" rtlCol="0">
            <a:normAutofit/>
          </a:bodyPr>
          <a:lstStyle/>
          <a:p>
            <a:pPr>
              <a:lnSpc>
                <a:spcPct val="90000"/>
              </a:lnSpc>
            </a:pPr>
            <a:r>
              <a:rPr lang="en-US" sz="1700" b="1">
                <a:solidFill>
                  <a:srgbClr val="EBEBEB"/>
                </a:solidFill>
                <a:ea typeface="+mj-lt"/>
                <a:cs typeface="+mj-lt"/>
              </a:rPr>
              <a:t>Line chart (Hours Studied vs. Exam Score):</a:t>
            </a:r>
            <a:r>
              <a:rPr lang="en-US" sz="1700">
                <a:solidFill>
                  <a:srgbClr val="EBEBEB"/>
                </a:solidFill>
                <a:ea typeface="+mj-lt"/>
                <a:cs typeface="+mj-lt"/>
              </a:rPr>
              <a:t> More study hours generally lead to </a:t>
            </a:r>
            <a:r>
              <a:rPr lang="en-US" sz="1700" b="1">
                <a:solidFill>
                  <a:srgbClr val="EBEBEB"/>
                </a:solidFill>
                <a:ea typeface="+mj-lt"/>
                <a:cs typeface="+mj-lt"/>
              </a:rPr>
              <a:t>higher exam scores</a:t>
            </a:r>
            <a:r>
              <a:rPr lang="en-US" sz="1700">
                <a:solidFill>
                  <a:srgbClr val="EBEBEB"/>
                </a:solidFill>
                <a:ea typeface="+mj-lt"/>
                <a:cs typeface="+mj-lt"/>
              </a:rPr>
              <a:t>, regardless of motivation level </a:t>
            </a:r>
            <a:endParaRPr lang="en-US" sz="1700">
              <a:solidFill>
                <a:srgbClr val="EBEBEB"/>
              </a:solidFill>
            </a:endParaRPr>
          </a:p>
          <a:p>
            <a:pPr>
              <a:lnSpc>
                <a:spcPct val="90000"/>
              </a:lnSpc>
              <a:buClr>
                <a:srgbClr val="F7F7F7"/>
              </a:buClr>
            </a:pPr>
            <a:r>
              <a:rPr lang="en-US" sz="1700" b="1">
                <a:solidFill>
                  <a:srgbClr val="EBEBEB"/>
                </a:solidFill>
                <a:ea typeface="+mj-lt"/>
                <a:cs typeface="+mj-lt"/>
              </a:rPr>
              <a:t>Box plot (Motivation Level):</a:t>
            </a:r>
            <a:r>
              <a:rPr lang="en-US" sz="1700">
                <a:solidFill>
                  <a:srgbClr val="EBEBEB"/>
                </a:solidFill>
                <a:ea typeface="+mj-lt"/>
                <a:cs typeface="+mj-lt"/>
              </a:rPr>
              <a:t> Students with </a:t>
            </a:r>
            <a:r>
              <a:rPr lang="en-US" sz="1700" b="1">
                <a:solidFill>
                  <a:srgbClr val="EBEBEB"/>
                </a:solidFill>
                <a:ea typeface="+mj-lt"/>
                <a:cs typeface="+mj-lt"/>
              </a:rPr>
              <a:t>higher motivation tend to score slightly better</a:t>
            </a:r>
            <a:r>
              <a:rPr lang="en-US" sz="1700">
                <a:solidFill>
                  <a:srgbClr val="EBEBEB"/>
                </a:solidFill>
                <a:ea typeface="+mj-lt"/>
                <a:cs typeface="+mj-lt"/>
              </a:rPr>
              <a:t>, but distributions overlap </a:t>
            </a:r>
            <a:endParaRPr lang="en-US" sz="1700">
              <a:solidFill>
                <a:srgbClr val="EBEBEB"/>
              </a:solidFill>
            </a:endParaRPr>
          </a:p>
          <a:p>
            <a:pPr>
              <a:lnSpc>
                <a:spcPct val="90000"/>
              </a:lnSpc>
              <a:buClr>
                <a:srgbClr val="F7F7F7"/>
              </a:buClr>
            </a:pPr>
            <a:r>
              <a:rPr lang="en-US" sz="1700" b="1">
                <a:solidFill>
                  <a:srgbClr val="EBEBEB"/>
                </a:solidFill>
                <a:ea typeface="+mj-lt"/>
                <a:cs typeface="+mj-lt"/>
              </a:rPr>
              <a:t>Heatmap (Parent Education &amp; Income):</a:t>
            </a:r>
            <a:r>
              <a:rPr lang="en-US" sz="1700">
                <a:solidFill>
                  <a:srgbClr val="EBEBEB"/>
                </a:solidFill>
                <a:ea typeface="+mj-lt"/>
                <a:cs typeface="+mj-lt"/>
              </a:rPr>
              <a:t> </a:t>
            </a:r>
            <a:r>
              <a:rPr lang="en-US" sz="1700" b="1">
                <a:solidFill>
                  <a:srgbClr val="EBEBEB"/>
                </a:solidFill>
                <a:ea typeface="+mj-lt"/>
                <a:cs typeface="+mj-lt"/>
              </a:rPr>
              <a:t>Higher income and parent education</a:t>
            </a:r>
            <a:r>
              <a:rPr lang="en-US" sz="1700">
                <a:solidFill>
                  <a:srgbClr val="EBEBEB"/>
                </a:solidFill>
                <a:ea typeface="+mj-lt"/>
                <a:cs typeface="+mj-lt"/>
              </a:rPr>
              <a:t> are associated with </a:t>
            </a:r>
            <a:r>
              <a:rPr lang="en-US" sz="1700" b="1">
                <a:solidFill>
                  <a:srgbClr val="EBEBEB"/>
                </a:solidFill>
                <a:ea typeface="+mj-lt"/>
                <a:cs typeface="+mj-lt"/>
              </a:rPr>
              <a:t>higher average exam scores</a:t>
            </a:r>
            <a:r>
              <a:rPr lang="en-US" sz="1700">
                <a:solidFill>
                  <a:srgbClr val="EBEBEB"/>
                </a:solidFill>
                <a:ea typeface="+mj-lt"/>
                <a:cs typeface="+mj-lt"/>
              </a:rPr>
              <a:t> </a:t>
            </a:r>
            <a:endParaRPr lang="en-US" sz="1700">
              <a:solidFill>
                <a:srgbClr val="EBEBEB"/>
              </a:solidFill>
            </a:endParaRPr>
          </a:p>
          <a:p>
            <a:pPr>
              <a:lnSpc>
                <a:spcPct val="90000"/>
              </a:lnSpc>
              <a:buClr>
                <a:srgbClr val="F7F7F7"/>
              </a:buClr>
            </a:pPr>
            <a:endParaRPr lang="en-US" sz="1700">
              <a:solidFill>
                <a:srgbClr val="EBEBEB"/>
              </a:solidFill>
            </a:endParaRPr>
          </a:p>
        </p:txBody>
      </p:sp>
    </p:spTree>
    <p:extLst>
      <p:ext uri="{BB962C8B-B14F-4D97-AF65-F5344CB8AC3E}">
        <p14:creationId xmlns:p14="http://schemas.microsoft.com/office/powerpoint/2010/main" val="1030555080"/>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 name="Rectangle 130">
            <a:extLst>
              <a:ext uri="{FF2B5EF4-FFF2-40B4-BE49-F238E27FC236}">
                <a16:creationId xmlns:a16="http://schemas.microsoft.com/office/drawing/2014/main" id="{61515115-95FB-41E0-86F3-8744438C0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830D53-5CF2-4698-2FDE-A86C50124459}"/>
              </a:ext>
            </a:extLst>
          </p:cNvPr>
          <p:cNvSpPr>
            <a:spLocks noGrp="1"/>
          </p:cNvSpPr>
          <p:nvPr>
            <p:ph type="title"/>
          </p:nvPr>
        </p:nvSpPr>
        <p:spPr>
          <a:xfrm>
            <a:off x="648930" y="629266"/>
            <a:ext cx="5616217" cy="1622321"/>
          </a:xfrm>
        </p:spPr>
        <p:txBody>
          <a:bodyPr vert="horz" lIns="91440" tIns="45720" rIns="91440" bIns="45720" rtlCol="0">
            <a:normAutofit/>
          </a:bodyPr>
          <a:lstStyle/>
          <a:p>
            <a:r>
              <a:rPr lang="en-US" b="0" i="0" kern="1200">
                <a:solidFill>
                  <a:srgbClr val="EBEBEB"/>
                </a:solidFill>
                <a:latin typeface="+mj-lt"/>
                <a:ea typeface="+mj-ea"/>
                <a:cs typeface="+mj-cs"/>
              </a:rPr>
              <a:t>TABLEAU VISUALS</a:t>
            </a:r>
          </a:p>
        </p:txBody>
      </p:sp>
      <p:sp>
        <p:nvSpPr>
          <p:cNvPr id="133" name="Freeform 31">
            <a:extLst>
              <a:ext uri="{FF2B5EF4-FFF2-40B4-BE49-F238E27FC236}">
                <a16:creationId xmlns:a16="http://schemas.microsoft.com/office/drawing/2014/main" id="{8222A33F-BE2D-4D69-92A0-5DF8B17BA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49843"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solidFill>
                <a:srgbClr val="FFFFFF"/>
              </a:solidFill>
            </a:endParaRPr>
          </a:p>
        </p:txBody>
      </p:sp>
      <p:sp useBgFill="1">
        <p:nvSpPr>
          <p:cNvPr id="135" name="Freeform: Shape 134">
            <a:extLst>
              <a:ext uri="{FF2B5EF4-FFF2-40B4-BE49-F238E27FC236}">
                <a16:creationId xmlns:a16="http://schemas.microsoft.com/office/drawing/2014/main" id="{CE1C74D0-9609-468A-9597-5D87C8A42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98731" y="664312"/>
            <a:ext cx="6858001" cy="5529377"/>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pic>
        <p:nvPicPr>
          <p:cNvPr id="7" name="Content Placeholder 6" descr="A screenshot of a computer&#10;&#10;AI-generated content may be incorrect.">
            <a:extLst>
              <a:ext uri="{FF2B5EF4-FFF2-40B4-BE49-F238E27FC236}">
                <a16:creationId xmlns:a16="http://schemas.microsoft.com/office/drawing/2014/main" id="{F16405F6-6B75-E083-CBFF-FCACE9B73B72}"/>
              </a:ext>
            </a:extLst>
          </p:cNvPr>
          <p:cNvPicPr>
            <a:picLocks noChangeAspect="1"/>
          </p:cNvPicPr>
          <p:nvPr/>
        </p:nvPicPr>
        <p:blipFill>
          <a:blip r:embed="rId2"/>
          <a:stretch>
            <a:fillRect/>
          </a:stretch>
        </p:blipFill>
        <p:spPr>
          <a:xfrm>
            <a:off x="7003448" y="1245026"/>
            <a:ext cx="5190374" cy="5623002"/>
          </a:xfrm>
          <a:prstGeom prst="rect">
            <a:avLst/>
          </a:prstGeom>
          <a:effectLst/>
        </p:spPr>
      </p:pic>
      <p:sp>
        <p:nvSpPr>
          <p:cNvPr id="137" name="Rectangle 136">
            <a:extLst>
              <a:ext uri="{FF2B5EF4-FFF2-40B4-BE49-F238E27FC236}">
                <a16:creationId xmlns:a16="http://schemas.microsoft.com/office/drawing/2014/main" id="{C137128D-E594-4905-9F76-E385F0831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6" name="Content Placeholder 125">
            <a:extLst>
              <a:ext uri="{FF2B5EF4-FFF2-40B4-BE49-F238E27FC236}">
                <a16:creationId xmlns:a16="http://schemas.microsoft.com/office/drawing/2014/main" id="{D4122A4A-CDE2-8246-F376-6719D12AA46A}"/>
              </a:ext>
            </a:extLst>
          </p:cNvPr>
          <p:cNvSpPr>
            <a:spLocks noGrp="1"/>
          </p:cNvSpPr>
          <p:nvPr>
            <p:ph idx="1"/>
          </p:nvPr>
        </p:nvSpPr>
        <p:spPr>
          <a:xfrm>
            <a:off x="648931" y="2438400"/>
            <a:ext cx="5616216" cy="3785419"/>
          </a:xfrm>
        </p:spPr>
        <p:txBody>
          <a:bodyPr vert="horz" lIns="91440" tIns="45720" rIns="91440" bIns="45720" rtlCol="0">
            <a:normAutofit/>
          </a:bodyPr>
          <a:lstStyle/>
          <a:p>
            <a:pPr>
              <a:lnSpc>
                <a:spcPct val="90000"/>
              </a:lnSpc>
            </a:pPr>
            <a:r>
              <a:rPr lang="en-US" b="1">
                <a:solidFill>
                  <a:srgbClr val="FFFFFF"/>
                </a:solidFill>
                <a:ea typeface="+mj-lt"/>
                <a:cs typeface="+mj-lt"/>
              </a:rPr>
              <a:t>Average Exam Score by Teacher Quality:</a:t>
            </a:r>
            <a:r>
              <a:rPr lang="en-US">
                <a:solidFill>
                  <a:srgbClr val="FFFFFF"/>
                </a:solidFill>
                <a:ea typeface="+mj-lt"/>
                <a:cs typeface="+mj-lt"/>
              </a:rPr>
              <a:t> Scores remain stable across quality levels, with a narrow range between 66.75 and 67.67.</a:t>
            </a:r>
            <a:endParaRPr lang="en-US">
              <a:solidFill>
                <a:srgbClr val="FFFFFF"/>
              </a:solidFill>
            </a:endParaRPr>
          </a:p>
          <a:p>
            <a:pPr>
              <a:lnSpc>
                <a:spcPct val="90000"/>
              </a:lnSpc>
              <a:buClr>
                <a:srgbClr val="8AD0D6"/>
              </a:buClr>
            </a:pPr>
            <a:r>
              <a:rPr lang="en-US" b="1">
                <a:solidFill>
                  <a:srgbClr val="FFFFFF"/>
                </a:solidFill>
                <a:ea typeface="+mj-lt"/>
                <a:cs typeface="+mj-lt"/>
              </a:rPr>
              <a:t>Average Exam Score by Internet Access:</a:t>
            </a:r>
            <a:r>
              <a:rPr lang="en-US">
                <a:solidFill>
                  <a:srgbClr val="FFFFFF"/>
                </a:solidFill>
                <a:ea typeface="+mj-lt"/>
                <a:cs typeface="+mj-lt"/>
              </a:rPr>
              <a:t> Students with internet access average slightly higher (67.29) than those without (66.53).</a:t>
            </a:r>
            <a:endParaRPr lang="en-US">
              <a:solidFill>
                <a:srgbClr val="FFFFFF"/>
              </a:solidFill>
            </a:endParaRPr>
          </a:p>
          <a:p>
            <a:pPr>
              <a:lnSpc>
                <a:spcPct val="90000"/>
              </a:lnSpc>
              <a:buClr>
                <a:srgbClr val="8AD0D6"/>
              </a:buClr>
            </a:pPr>
            <a:r>
              <a:rPr lang="en-US" b="1">
                <a:solidFill>
                  <a:srgbClr val="FFFFFF"/>
                </a:solidFill>
                <a:ea typeface="+mj-lt"/>
                <a:cs typeface="+mj-lt"/>
              </a:rPr>
              <a:t>Exam Score by Gender:</a:t>
            </a:r>
            <a:r>
              <a:rPr lang="en-US">
                <a:solidFill>
                  <a:srgbClr val="FFFFFF"/>
                </a:solidFill>
                <a:ea typeface="+mj-lt"/>
                <a:cs typeface="+mj-lt"/>
              </a:rPr>
              <a:t> Both groups show similar score distributions and density, with individual performance peaking near 100% for both genders.</a:t>
            </a:r>
            <a:endParaRPr lang="en-US">
              <a:solidFill>
                <a:srgbClr val="FFFFFF"/>
              </a:solidFill>
            </a:endParaRPr>
          </a:p>
          <a:p>
            <a:pPr>
              <a:lnSpc>
                <a:spcPct val="90000"/>
              </a:lnSpc>
              <a:buClr>
                <a:srgbClr val="8AD0D6"/>
              </a:buClr>
            </a:pPr>
            <a:endParaRPr lang="en-US">
              <a:solidFill>
                <a:srgbClr val="FFFFFF"/>
              </a:solidFill>
            </a:endParaRPr>
          </a:p>
        </p:txBody>
      </p:sp>
    </p:spTree>
    <p:extLst>
      <p:ext uri="{BB962C8B-B14F-4D97-AF65-F5344CB8AC3E}">
        <p14:creationId xmlns:p14="http://schemas.microsoft.com/office/powerpoint/2010/main" val="1262378765"/>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227A2-B226-6675-1C04-0405F015C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F2757C-3A0B-DC73-C881-09B181B098E6}"/>
              </a:ext>
            </a:extLst>
          </p:cNvPr>
          <p:cNvSpPr>
            <a:spLocks noGrp="1"/>
          </p:cNvSpPr>
          <p:nvPr>
            <p:ph type="title"/>
          </p:nvPr>
        </p:nvSpPr>
        <p:spPr>
          <a:xfrm>
            <a:off x="284484" y="187955"/>
            <a:ext cx="9404723" cy="1400530"/>
          </a:xfrm>
        </p:spPr>
        <p:txBody>
          <a:bodyPr/>
          <a:lstStyle/>
          <a:p>
            <a:r>
              <a:rPr lang="en-US"/>
              <a:t>PYTHON VISUALS</a:t>
            </a:r>
          </a:p>
        </p:txBody>
      </p:sp>
      <p:pic>
        <p:nvPicPr>
          <p:cNvPr id="7" name="Content Placeholder 6">
            <a:extLst>
              <a:ext uri="{FF2B5EF4-FFF2-40B4-BE49-F238E27FC236}">
                <a16:creationId xmlns:a16="http://schemas.microsoft.com/office/drawing/2014/main" id="{5968403A-CCDD-6280-1A20-B5009B1FAC74}"/>
              </a:ext>
            </a:extLst>
          </p:cNvPr>
          <p:cNvPicPr>
            <a:picLocks noGrp="1" noChangeAspect="1"/>
          </p:cNvPicPr>
          <p:nvPr>
            <p:ph idx="1"/>
          </p:nvPr>
        </p:nvPicPr>
        <p:blipFill>
          <a:blip r:embed="rId2"/>
          <a:stretch>
            <a:fillRect/>
          </a:stretch>
        </p:blipFill>
        <p:spPr>
          <a:xfrm>
            <a:off x="137329" y="891747"/>
            <a:ext cx="5725221" cy="3267806"/>
          </a:xfrm>
          <a:prstGeom prst="rect">
            <a:avLst/>
          </a:prstGeom>
        </p:spPr>
      </p:pic>
      <p:pic>
        <p:nvPicPr>
          <p:cNvPr id="9" name="Picture 8">
            <a:extLst>
              <a:ext uri="{FF2B5EF4-FFF2-40B4-BE49-F238E27FC236}">
                <a16:creationId xmlns:a16="http://schemas.microsoft.com/office/drawing/2014/main" id="{8FC21C59-368A-9915-5D65-2CA22B7DBF29}"/>
              </a:ext>
            </a:extLst>
          </p:cNvPr>
          <p:cNvPicPr>
            <a:picLocks noChangeAspect="1"/>
          </p:cNvPicPr>
          <p:nvPr/>
        </p:nvPicPr>
        <p:blipFill>
          <a:blip r:embed="rId3"/>
          <a:stretch>
            <a:fillRect/>
          </a:stretch>
        </p:blipFill>
        <p:spPr>
          <a:xfrm>
            <a:off x="6098850" y="892204"/>
            <a:ext cx="5818666" cy="3245436"/>
          </a:xfrm>
          <a:prstGeom prst="rect">
            <a:avLst/>
          </a:prstGeom>
        </p:spPr>
      </p:pic>
      <p:sp>
        <p:nvSpPr>
          <p:cNvPr id="5" name="TextBox 4">
            <a:extLst>
              <a:ext uri="{FF2B5EF4-FFF2-40B4-BE49-F238E27FC236}">
                <a16:creationId xmlns:a16="http://schemas.microsoft.com/office/drawing/2014/main" id="{4ACAC821-6B04-D469-EF0B-932A6035E237}"/>
              </a:ext>
            </a:extLst>
          </p:cNvPr>
          <p:cNvSpPr txBox="1"/>
          <p:nvPr/>
        </p:nvSpPr>
        <p:spPr>
          <a:xfrm>
            <a:off x="578632" y="4439631"/>
            <a:ext cx="4499001"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mn-lt"/>
                <a:cs typeface="+mn-lt"/>
              </a:rPr>
              <a:t>Scatter Plot (Hours Studied vs. Exam Score by Motivation):</a:t>
            </a:r>
            <a:endParaRPr lang="en-US" sz="1600">
              <a:ea typeface="+mn-lt"/>
              <a:cs typeface="+mn-lt"/>
            </a:endParaRPr>
          </a:p>
          <a:p>
            <a:endParaRPr lang="en-US" sz="1600">
              <a:ea typeface="+mn-lt"/>
              <a:cs typeface="+mn-lt"/>
            </a:endParaRPr>
          </a:p>
          <a:p>
            <a:r>
              <a:rPr lang="en-US" sz="1600">
                <a:ea typeface="+mn-lt"/>
                <a:cs typeface="+mn-lt"/>
              </a:rPr>
              <a:t> Analyzes work ethic vs. Output. important for seeing that highly motivated students often achieve higher scores with fewer study hours compared to their low-motivation peers.</a:t>
            </a:r>
          </a:p>
        </p:txBody>
      </p:sp>
      <p:sp>
        <p:nvSpPr>
          <p:cNvPr id="6" name="TextBox 5">
            <a:extLst>
              <a:ext uri="{FF2B5EF4-FFF2-40B4-BE49-F238E27FC236}">
                <a16:creationId xmlns:a16="http://schemas.microsoft.com/office/drawing/2014/main" id="{98739F5D-E999-EB85-08A1-04B940573D92}"/>
              </a:ext>
            </a:extLst>
          </p:cNvPr>
          <p:cNvSpPr txBox="1"/>
          <p:nvPr/>
        </p:nvSpPr>
        <p:spPr>
          <a:xfrm>
            <a:off x="6078000" y="4467000"/>
            <a:ext cx="563400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mn-lt"/>
                <a:cs typeface="+mn-lt"/>
              </a:rPr>
              <a:t>Box Plot (School Type vs. Exam Score by Gender):</a:t>
            </a:r>
            <a:endParaRPr lang="en-US">
              <a:ea typeface="+mn-lt"/>
              <a:cs typeface="+mn-lt"/>
            </a:endParaRPr>
          </a:p>
          <a:p>
            <a:endParaRPr lang="en-US" sz="1600">
              <a:ea typeface="+mn-lt"/>
              <a:cs typeface="+mn-lt"/>
            </a:endParaRPr>
          </a:p>
          <a:p>
            <a:r>
              <a:rPr lang="en-US" sz="1600">
                <a:ea typeface="+mn-lt"/>
                <a:cs typeface="+mn-lt"/>
              </a:rPr>
              <a:t> Identifies distribution and outliers. essential for revealing that while median scores are similar across school types, private schools show higher performance variance and a notable high-scoring male outlier.</a:t>
            </a:r>
            <a:endParaRPr lang="en-US">
              <a:ea typeface="+mn-lt"/>
              <a:cs typeface="+mn-lt"/>
            </a:endParaRPr>
          </a:p>
        </p:txBody>
      </p:sp>
    </p:spTree>
    <p:extLst>
      <p:ext uri="{BB962C8B-B14F-4D97-AF65-F5344CB8AC3E}">
        <p14:creationId xmlns:p14="http://schemas.microsoft.com/office/powerpoint/2010/main" val="47830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3D65-F9EB-872E-655B-10F10EE7B0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555EC-2890-ED0E-D500-B9E3E9A52C22}"/>
              </a:ext>
            </a:extLst>
          </p:cNvPr>
          <p:cNvSpPr>
            <a:spLocks noGrp="1"/>
          </p:cNvSpPr>
          <p:nvPr>
            <p:ph type="title"/>
          </p:nvPr>
        </p:nvSpPr>
        <p:spPr>
          <a:xfrm>
            <a:off x="284484" y="187955"/>
            <a:ext cx="9404723" cy="1400530"/>
          </a:xfrm>
        </p:spPr>
        <p:txBody>
          <a:bodyPr/>
          <a:lstStyle/>
          <a:p>
            <a:r>
              <a:rPr lang="en-US"/>
              <a:t>PYTHON VISUALS</a:t>
            </a:r>
          </a:p>
        </p:txBody>
      </p:sp>
      <p:pic>
        <p:nvPicPr>
          <p:cNvPr id="6" name="Picture 5" descr="A graph of a bar graph&#10;&#10;AI-generated content may be incorrect.">
            <a:extLst>
              <a:ext uri="{FF2B5EF4-FFF2-40B4-BE49-F238E27FC236}">
                <a16:creationId xmlns:a16="http://schemas.microsoft.com/office/drawing/2014/main" id="{23F4A3F7-D66E-0A84-FE9F-EC7951B15268}"/>
              </a:ext>
            </a:extLst>
          </p:cNvPr>
          <p:cNvPicPr>
            <a:picLocks noChangeAspect="1"/>
          </p:cNvPicPr>
          <p:nvPr/>
        </p:nvPicPr>
        <p:blipFill>
          <a:blip r:embed="rId2"/>
          <a:stretch>
            <a:fillRect/>
          </a:stretch>
        </p:blipFill>
        <p:spPr>
          <a:xfrm>
            <a:off x="282375" y="1137600"/>
            <a:ext cx="5661300" cy="3127200"/>
          </a:xfrm>
          <a:prstGeom prst="rect">
            <a:avLst/>
          </a:prstGeom>
        </p:spPr>
      </p:pic>
      <p:pic>
        <p:nvPicPr>
          <p:cNvPr id="10" name="Picture 9">
            <a:extLst>
              <a:ext uri="{FF2B5EF4-FFF2-40B4-BE49-F238E27FC236}">
                <a16:creationId xmlns:a16="http://schemas.microsoft.com/office/drawing/2014/main" id="{414545CF-70F4-2E0E-B844-69940E666F5D}"/>
              </a:ext>
            </a:extLst>
          </p:cNvPr>
          <p:cNvPicPr>
            <a:picLocks noChangeAspect="1"/>
          </p:cNvPicPr>
          <p:nvPr/>
        </p:nvPicPr>
        <p:blipFill>
          <a:blip r:embed="rId3"/>
          <a:stretch>
            <a:fillRect/>
          </a:stretch>
        </p:blipFill>
        <p:spPr>
          <a:xfrm>
            <a:off x="6187875" y="1139100"/>
            <a:ext cx="5633400" cy="3119700"/>
          </a:xfrm>
          <a:prstGeom prst="rect">
            <a:avLst/>
          </a:prstGeom>
        </p:spPr>
      </p:pic>
      <p:sp>
        <p:nvSpPr>
          <p:cNvPr id="12" name="TextBox 11">
            <a:extLst>
              <a:ext uri="{FF2B5EF4-FFF2-40B4-BE49-F238E27FC236}">
                <a16:creationId xmlns:a16="http://schemas.microsoft.com/office/drawing/2014/main" id="{F2BA07DC-3D0F-A4EB-DADB-1B85EA06723E}"/>
              </a:ext>
            </a:extLst>
          </p:cNvPr>
          <p:cNvSpPr txBox="1"/>
          <p:nvPr/>
        </p:nvSpPr>
        <p:spPr>
          <a:xfrm>
            <a:off x="578632" y="4439631"/>
            <a:ext cx="4499001"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mn-lt"/>
                <a:cs typeface="+mn-lt"/>
              </a:rPr>
              <a:t>Bar Chart (Avg Score by Parent Education):</a:t>
            </a:r>
            <a:endParaRPr lang="en-US">
              <a:ea typeface="+mn-lt"/>
              <a:cs typeface="+mn-lt"/>
            </a:endParaRPr>
          </a:p>
          <a:p>
            <a:endParaRPr lang="en-US" sz="1600">
              <a:ea typeface="+mn-lt"/>
              <a:cs typeface="+mn-lt"/>
            </a:endParaRPr>
          </a:p>
          <a:p>
            <a:r>
              <a:rPr lang="en-US" sz="1600">
                <a:ea typeface="+mn-lt"/>
                <a:cs typeface="+mn-lt"/>
              </a:rPr>
              <a:t> Evaluates academic legacy. important for demonstrating the clear, stepwise increase in student performance as parental education levels rise from High School to Postgraduate.</a:t>
            </a:r>
            <a:endParaRPr lang="en-US">
              <a:ea typeface="+mn-lt"/>
              <a:cs typeface="+mn-lt"/>
            </a:endParaRPr>
          </a:p>
        </p:txBody>
      </p:sp>
      <p:sp>
        <p:nvSpPr>
          <p:cNvPr id="13" name="TextBox 12">
            <a:extLst>
              <a:ext uri="{FF2B5EF4-FFF2-40B4-BE49-F238E27FC236}">
                <a16:creationId xmlns:a16="http://schemas.microsoft.com/office/drawing/2014/main" id="{1163086B-5C39-0A17-4E2D-7A507FCEDF8E}"/>
              </a:ext>
            </a:extLst>
          </p:cNvPr>
          <p:cNvSpPr txBox="1"/>
          <p:nvPr/>
        </p:nvSpPr>
        <p:spPr>
          <a:xfrm>
            <a:off x="6860632" y="4559631"/>
            <a:ext cx="4499001"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mn-lt"/>
                <a:cs typeface="+mn-lt"/>
              </a:rPr>
              <a:t>Line Chart (Attendance vs. Exam Score):</a:t>
            </a:r>
            <a:endParaRPr lang="en-US">
              <a:ea typeface="+mn-lt"/>
              <a:cs typeface="+mn-lt"/>
            </a:endParaRPr>
          </a:p>
          <a:p>
            <a:endParaRPr lang="en-US" sz="1600">
              <a:ea typeface="+mn-lt"/>
              <a:cs typeface="+mn-lt"/>
            </a:endParaRPr>
          </a:p>
          <a:p>
            <a:r>
              <a:rPr lang="en-US" sz="1600">
                <a:ea typeface="+mn-lt"/>
                <a:cs typeface="+mn-lt"/>
              </a:rPr>
              <a:t> Tracks the direct impact of presence. vital for identifying the steady academic climb as attendance increases, including a significant performance peak that occurs at the 88/89% attendance mark.</a:t>
            </a:r>
            <a:endParaRPr lang="en-US">
              <a:ea typeface="+mn-lt"/>
              <a:cs typeface="+mn-lt"/>
            </a:endParaRPr>
          </a:p>
        </p:txBody>
      </p:sp>
    </p:spTree>
    <p:extLst>
      <p:ext uri="{BB962C8B-B14F-4D97-AF65-F5344CB8AC3E}">
        <p14:creationId xmlns:p14="http://schemas.microsoft.com/office/powerpoint/2010/main" val="3739234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1B9F2-659E-CADD-6482-2AF7574B238E}"/>
              </a:ext>
            </a:extLst>
          </p:cNvPr>
          <p:cNvSpPr>
            <a:spLocks noGrp="1"/>
          </p:cNvSpPr>
          <p:nvPr>
            <p:ph type="title"/>
          </p:nvPr>
        </p:nvSpPr>
        <p:spPr>
          <a:xfrm>
            <a:off x="284484" y="187955"/>
            <a:ext cx="9404723" cy="1400530"/>
          </a:xfrm>
        </p:spPr>
        <p:txBody>
          <a:bodyPr/>
          <a:lstStyle/>
          <a:p>
            <a:r>
              <a:rPr lang="en-US"/>
              <a:t>PYTHON VISUALS</a:t>
            </a:r>
          </a:p>
        </p:txBody>
      </p:sp>
      <p:pic>
        <p:nvPicPr>
          <p:cNvPr id="17" name="Picture 16" descr="A graph of a bar graph&#10;&#10;AI-generated content may be incorrect.">
            <a:extLst>
              <a:ext uri="{FF2B5EF4-FFF2-40B4-BE49-F238E27FC236}">
                <a16:creationId xmlns:a16="http://schemas.microsoft.com/office/drawing/2014/main" id="{EE33B63E-E6C6-74A9-A6BD-5CAA9C8EB829}"/>
              </a:ext>
            </a:extLst>
          </p:cNvPr>
          <p:cNvPicPr>
            <a:picLocks noChangeAspect="1"/>
          </p:cNvPicPr>
          <p:nvPr/>
        </p:nvPicPr>
        <p:blipFill>
          <a:blip r:embed="rId2"/>
          <a:stretch>
            <a:fillRect/>
          </a:stretch>
        </p:blipFill>
        <p:spPr>
          <a:xfrm>
            <a:off x="149331" y="1110065"/>
            <a:ext cx="5558404" cy="3223648"/>
          </a:xfrm>
          <a:prstGeom prst="rect">
            <a:avLst/>
          </a:prstGeom>
        </p:spPr>
      </p:pic>
      <p:pic>
        <p:nvPicPr>
          <p:cNvPr id="18" name="Picture 17" descr="A diagram of a family income&#10;&#10;AI-generated content may be incorrect.">
            <a:extLst>
              <a:ext uri="{FF2B5EF4-FFF2-40B4-BE49-F238E27FC236}">
                <a16:creationId xmlns:a16="http://schemas.microsoft.com/office/drawing/2014/main" id="{0C0466A1-B86C-7AED-6E04-4D08D1DDE1E2}"/>
              </a:ext>
            </a:extLst>
          </p:cNvPr>
          <p:cNvPicPr>
            <a:picLocks noChangeAspect="1"/>
          </p:cNvPicPr>
          <p:nvPr/>
        </p:nvPicPr>
        <p:blipFill>
          <a:blip r:embed="rId3"/>
          <a:stretch>
            <a:fillRect/>
          </a:stretch>
        </p:blipFill>
        <p:spPr>
          <a:xfrm>
            <a:off x="5796527" y="1106837"/>
            <a:ext cx="6302644" cy="3220614"/>
          </a:xfrm>
          <a:prstGeom prst="rect">
            <a:avLst/>
          </a:prstGeom>
        </p:spPr>
      </p:pic>
      <p:sp>
        <p:nvSpPr>
          <p:cNvPr id="25" name="TextBox 24">
            <a:extLst>
              <a:ext uri="{FF2B5EF4-FFF2-40B4-BE49-F238E27FC236}">
                <a16:creationId xmlns:a16="http://schemas.microsoft.com/office/drawing/2014/main" id="{C9BACE2B-DFFB-C5BF-5F25-1D001D9AECA4}"/>
              </a:ext>
            </a:extLst>
          </p:cNvPr>
          <p:cNvSpPr txBox="1"/>
          <p:nvPr/>
        </p:nvSpPr>
        <p:spPr>
          <a:xfrm>
            <a:off x="6376311" y="4546716"/>
            <a:ext cx="5519304"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ea typeface="+mn-lt"/>
                <a:cs typeface="+mn-lt"/>
              </a:rPr>
              <a:t>Stacked Bar (Family Income vs. Parental Involvement):</a:t>
            </a:r>
            <a:r>
              <a:rPr lang="en-US" sz="1600">
                <a:ea typeface="+mn-lt"/>
                <a:cs typeface="+mn-lt"/>
              </a:rPr>
              <a:t> </a:t>
            </a:r>
            <a:endParaRPr lang="en-US">
              <a:ea typeface="+mn-lt"/>
              <a:cs typeface="+mn-lt"/>
            </a:endParaRPr>
          </a:p>
          <a:p>
            <a:endParaRPr lang="en-US" sz="1600">
              <a:ea typeface="+mn-lt"/>
              <a:cs typeface="+mn-lt"/>
            </a:endParaRPr>
          </a:p>
          <a:p>
            <a:r>
              <a:rPr lang="en-US" sz="1600">
                <a:ea typeface="+mn-lt"/>
                <a:cs typeface="+mn-lt"/>
              </a:rPr>
              <a:t>Measures socioeconomic overlap. crucial for showing that Medium-income families actually have the highest volume of involvement, rather than the High-income bracket as one might assume.</a:t>
            </a:r>
            <a:endParaRPr lang="en-US">
              <a:ea typeface="+mn-lt"/>
              <a:cs typeface="+mn-lt"/>
            </a:endParaRPr>
          </a:p>
        </p:txBody>
      </p:sp>
      <p:sp>
        <p:nvSpPr>
          <p:cNvPr id="26" name="TextBox 25">
            <a:extLst>
              <a:ext uri="{FF2B5EF4-FFF2-40B4-BE49-F238E27FC236}">
                <a16:creationId xmlns:a16="http://schemas.microsoft.com/office/drawing/2014/main" id="{CEC72C71-038F-2C1B-18A5-33AA48E0C457}"/>
              </a:ext>
            </a:extLst>
          </p:cNvPr>
          <p:cNvSpPr txBox="1"/>
          <p:nvPr/>
        </p:nvSpPr>
        <p:spPr>
          <a:xfrm>
            <a:off x="148525" y="4714068"/>
            <a:ext cx="5521272"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Histogram (Exam Score Distribution):</a:t>
            </a:r>
            <a:r>
              <a:rPr lang="en-US" sz="1600"/>
              <a:t> </a:t>
            </a:r>
          </a:p>
          <a:p>
            <a:endParaRPr lang="en-US" sz="1600"/>
          </a:p>
          <a:p>
            <a:r>
              <a:rPr lang="en-US" sz="1600"/>
              <a:t>Visualizes score frequency; important because it reveals a normal distribution centered around 65–70, which is impossible to aggregate by simply looking at the raw rows in the data set.</a:t>
            </a:r>
          </a:p>
          <a:p>
            <a:pPr algn="ctr"/>
            <a:endParaRPr lang="en-US" sz="1600"/>
          </a:p>
        </p:txBody>
      </p:sp>
    </p:spTree>
    <p:extLst>
      <p:ext uri="{BB962C8B-B14F-4D97-AF65-F5344CB8AC3E}">
        <p14:creationId xmlns:p14="http://schemas.microsoft.com/office/powerpoint/2010/main" val="3519627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B226A-3E2E-BFAA-EBFC-EF8053CC4003}"/>
              </a:ext>
            </a:extLst>
          </p:cNvPr>
          <p:cNvSpPr>
            <a:spLocks noGrp="1"/>
          </p:cNvSpPr>
          <p:nvPr>
            <p:ph type="title"/>
          </p:nvPr>
        </p:nvSpPr>
        <p:spPr/>
        <p:txBody>
          <a:bodyPr/>
          <a:lstStyle/>
          <a:p>
            <a:r>
              <a:rPr lang="en-US"/>
              <a:t>KEY FINDINGS</a:t>
            </a:r>
          </a:p>
        </p:txBody>
      </p:sp>
      <p:sp>
        <p:nvSpPr>
          <p:cNvPr id="3" name="Content Placeholder 2">
            <a:extLst>
              <a:ext uri="{FF2B5EF4-FFF2-40B4-BE49-F238E27FC236}">
                <a16:creationId xmlns:a16="http://schemas.microsoft.com/office/drawing/2014/main" id="{C60A6BC8-6CD5-AD98-8BD9-CB0856AD26DF}"/>
              </a:ext>
            </a:extLst>
          </p:cNvPr>
          <p:cNvSpPr>
            <a:spLocks noGrp="1"/>
          </p:cNvSpPr>
          <p:nvPr>
            <p:ph idx="1"/>
          </p:nvPr>
        </p:nvSpPr>
        <p:spPr/>
        <p:txBody>
          <a:bodyPr vert="horz" lIns="91440" tIns="45720" rIns="91440" bIns="45720" rtlCol="0" anchor="t">
            <a:normAutofit/>
          </a:bodyPr>
          <a:lstStyle/>
          <a:p>
            <a:r>
              <a:rPr lang="en-US"/>
              <a:t>Some of the Key things we found were that:</a:t>
            </a:r>
          </a:p>
          <a:p>
            <a:pPr lvl="1">
              <a:buClr>
                <a:srgbClr val="8AD0D6"/>
              </a:buClr>
              <a:buFont typeface="Courier New" charset="2"/>
              <a:buChar char="o"/>
            </a:pPr>
            <a:r>
              <a:rPr lang="en-US"/>
              <a:t>The dataset had sufficient variables to compare where we could see their impact. For future improvement, other factors like classes taken, amount of homework, travel time to and from school, number of parents in household, number of siblings, and the school district could be added to draw more conclusions and find more dependability.</a:t>
            </a:r>
          </a:p>
        </p:txBody>
      </p:sp>
    </p:spTree>
    <p:extLst>
      <p:ext uri="{BB962C8B-B14F-4D97-AF65-F5344CB8AC3E}">
        <p14:creationId xmlns:p14="http://schemas.microsoft.com/office/powerpoint/2010/main" val="3854503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4E07F-5A21-7FD1-A09F-30D489D992A8}"/>
              </a:ext>
            </a:extLst>
          </p:cNvPr>
          <p:cNvSpPr>
            <a:spLocks noGrp="1"/>
          </p:cNvSpPr>
          <p:nvPr>
            <p:ph type="title"/>
          </p:nvPr>
        </p:nvSpPr>
        <p:spPr/>
        <p:txBody>
          <a:bodyPr/>
          <a:lstStyle/>
          <a:p>
            <a:r>
              <a:rPr lang="en-US" dirty="0"/>
              <a:t>WHAT WAS LEARNED</a:t>
            </a:r>
          </a:p>
        </p:txBody>
      </p:sp>
      <p:sp>
        <p:nvSpPr>
          <p:cNvPr id="3" name="Content Placeholder 2">
            <a:extLst>
              <a:ext uri="{FF2B5EF4-FFF2-40B4-BE49-F238E27FC236}">
                <a16:creationId xmlns:a16="http://schemas.microsoft.com/office/drawing/2014/main" id="{58C1FC64-0B19-61AE-B158-714B5B8214A5}"/>
              </a:ext>
            </a:extLst>
          </p:cNvPr>
          <p:cNvSpPr>
            <a:spLocks noGrp="1"/>
          </p:cNvSpPr>
          <p:nvPr>
            <p:ph idx="1"/>
          </p:nvPr>
        </p:nvSpPr>
        <p:spPr/>
        <p:txBody>
          <a:bodyPr vert="horz" lIns="91440" tIns="45720" rIns="91440" bIns="45720" rtlCol="0" anchor="ctr">
            <a:normAutofit/>
          </a:bodyPr>
          <a:lstStyle/>
          <a:p>
            <a:r>
              <a:rPr lang="en-US"/>
              <a:t>Some of the things we learned throughout his project were how the different variables were affecting each other, as well as how some types of charts make information clearer for the audience</a:t>
            </a:r>
          </a:p>
        </p:txBody>
      </p:sp>
    </p:spTree>
    <p:extLst>
      <p:ext uri="{BB962C8B-B14F-4D97-AF65-F5344CB8AC3E}">
        <p14:creationId xmlns:p14="http://schemas.microsoft.com/office/powerpoint/2010/main" val="39014132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0</TotalTime>
  <Words>763</Words>
  <Application>Microsoft Office PowerPoint</Application>
  <PresentationFormat>Widescreen</PresentationFormat>
  <Paragraphs>66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Century Gothic</vt:lpstr>
      <vt:lpstr>Courier New</vt:lpstr>
      <vt:lpstr>Wingdings 3</vt:lpstr>
      <vt:lpstr>Ion</vt:lpstr>
      <vt:lpstr>Student Performance Data Analysis</vt:lpstr>
      <vt:lpstr>Dataset: Student Performance Factors</vt:lpstr>
      <vt:lpstr>Excel Visualizations</vt:lpstr>
      <vt:lpstr>POWER BI VISUALS</vt:lpstr>
      <vt:lpstr>POWER BI VISUALS</vt:lpstr>
      <vt:lpstr>TABLEAU VISUALS</vt:lpstr>
      <vt:lpstr>TABLEAU VISUALS</vt:lpstr>
      <vt:lpstr>PYTHON VISUALS</vt:lpstr>
      <vt:lpstr>PYTHON VISUALS</vt:lpstr>
      <vt:lpstr>PYTHON VISUALS</vt:lpstr>
      <vt:lpstr>KEY FINDINGS</vt:lpstr>
      <vt:lpstr>WHAT WAS LEARNED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Ahmed</dc:creator>
  <cp:lastModifiedBy>Dariyan Mallory</cp:lastModifiedBy>
  <cp:revision>2</cp:revision>
  <dcterms:created xsi:type="dcterms:W3CDTF">2026-05-03T20:01:27Z</dcterms:created>
  <dcterms:modified xsi:type="dcterms:W3CDTF">2026-07-30T23:23:41Z</dcterms:modified>
</cp:coreProperties>
</file>